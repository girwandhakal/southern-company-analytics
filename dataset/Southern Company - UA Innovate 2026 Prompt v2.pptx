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67" r:id="rId5"/>
    <p:sldId id="275" r:id="rId6"/>
    <p:sldId id="278" r:id="rId7"/>
    <p:sldId id="298" r:id="rId8"/>
    <p:sldId id="300" r:id="rId9"/>
    <p:sldId id="305" r:id="rId10"/>
    <p:sldId id="279" r:id="rId11"/>
    <p:sldId id="304" r:id="rId12"/>
    <p:sldId id="301" r:id="rId13"/>
    <p:sldId id="302" r:id="rId14"/>
    <p:sldId id="281" r:id="rId15"/>
    <p:sldId id="282" r:id="rId16"/>
    <p:sldId id="296" r:id="rId17"/>
    <p:sldId id="283" r:id="rId18"/>
    <p:sldId id="293" r:id="rId19"/>
    <p:sldId id="285" r:id="rId20"/>
    <p:sldId id="277" r:id="rId21"/>
    <p:sldId id="270" r:id="rId22"/>
  </p:sldIdLst>
  <p:sldSz cx="9144000" cy="6858000" type="screen4x3"/>
  <p:notesSz cx="7102475" cy="9388475"/>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1432137-A28C-4FA6-8451-E3C19DEC23DE}">
          <p14:sldIdLst>
            <p14:sldId id="267"/>
            <p14:sldId id="275"/>
          </p14:sldIdLst>
        </p14:section>
        <p14:section name="Who are we" id="{D003A989-A78C-4851-A2A0-B45E0F09CE1B}">
          <p14:sldIdLst>
            <p14:sldId id="278"/>
            <p14:sldId id="298"/>
            <p14:sldId id="300"/>
            <p14:sldId id="305"/>
            <p14:sldId id="279"/>
            <p14:sldId id="304"/>
          </p14:sldIdLst>
        </p14:section>
        <p14:section name="The Question" id="{278531E1-6C6D-462E-A20A-9465ED0AE123}">
          <p14:sldIdLst>
            <p14:sldId id="301"/>
            <p14:sldId id="302"/>
            <p14:sldId id="281"/>
            <p14:sldId id="282"/>
            <p14:sldId id="296"/>
            <p14:sldId id="283"/>
            <p14:sldId id="293"/>
            <p14:sldId id="285"/>
            <p14:sldId id="277"/>
            <p14:sldId id="270"/>
          </p14:sldIdLst>
        </p14:section>
      </p14:sectionLst>
    </p:ext>
    <p:ext uri="{EFAFB233-063F-42B5-8137-9DF3F51BA10A}">
      <p15:sldGuideLst xmlns:p15="http://schemas.microsoft.com/office/powerpoint/2012/main">
        <p15:guide id="1" orient="horz" pos="4224" userDrawn="1">
          <p15:clr>
            <a:srgbClr val="A4A3A4"/>
          </p15:clr>
        </p15:guide>
        <p15:guide id="2" orient="horz" pos="621" userDrawn="1">
          <p15:clr>
            <a:srgbClr val="A4A3A4"/>
          </p15:clr>
        </p15:guide>
        <p15:guide id="3" pos="285" userDrawn="1">
          <p15:clr>
            <a:srgbClr val="A4A3A4"/>
          </p15:clr>
        </p15:guide>
        <p15:guide id="4" pos="2880" userDrawn="1">
          <p15:clr>
            <a:srgbClr val="A4A3A4"/>
          </p15:clr>
        </p15:guide>
        <p15:guide id="5" pos="5973" userDrawn="1">
          <p15:clr>
            <a:srgbClr val="A4A3A4"/>
          </p15:clr>
        </p15:guide>
        <p15:guide id="6" pos="5568"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CF1"/>
    <a:srgbClr val="009639"/>
    <a:srgbClr val="00591D"/>
    <a:srgbClr val="529736"/>
    <a:srgbClr val="000000"/>
    <a:srgbClr val="FFFF00"/>
    <a:srgbClr val="B2D235"/>
    <a:srgbClr val="CBE17B"/>
    <a:srgbClr val="FF9900"/>
    <a:srgbClr val="F2632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1E5290-11AE-4D10-A2C1-A5ED288FF97B}" v="7" dt="2026-02-28T18:27:23.1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567" autoAdjust="0"/>
  </p:normalViewPr>
  <p:slideViewPr>
    <p:cSldViewPr snapToGrid="0">
      <p:cViewPr varScale="1">
        <p:scale>
          <a:sx n="41" d="100"/>
          <a:sy n="41" d="100"/>
        </p:scale>
        <p:origin x="1928" y="260"/>
      </p:cViewPr>
      <p:guideLst>
        <p:guide orient="horz" pos="4224"/>
        <p:guide orient="horz" pos="621"/>
        <p:guide pos="285"/>
        <p:guide pos="2880"/>
        <p:guide pos="5973"/>
        <p:guide pos="5568"/>
      </p:guideLst>
    </p:cSldViewPr>
  </p:slideViewPr>
  <p:notesTextViewPr>
    <p:cViewPr>
      <p:scale>
        <a:sx n="1" d="1"/>
        <a:sy n="1" d="1"/>
      </p:scale>
      <p:origin x="0" y="0"/>
    </p:cViewPr>
  </p:notesTextViewPr>
  <p:notesViewPr>
    <p:cSldViewPr snapToGrid="0">
      <p:cViewPr>
        <p:scale>
          <a:sx n="1" d="2"/>
          <a:sy n="1" d="2"/>
        </p:scale>
        <p:origin x="0" y="0"/>
      </p:cViewPr>
      <p:guideLst>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E668C2-A7BD-4A53-8AC5-139FEBBAEF97}" type="doc">
      <dgm:prSet loTypeId="urn:microsoft.com/office/officeart/2005/8/layout/default" loCatId="list" qsTypeId="urn:microsoft.com/office/officeart/2005/8/quickstyle/3d3" qsCatId="3D" csTypeId="urn:microsoft.com/office/officeart/2005/8/colors/accent0_3" csCatId="mainScheme" phldr="1"/>
      <dgm:spPr/>
      <dgm:t>
        <a:bodyPr/>
        <a:lstStyle/>
        <a:p>
          <a:endParaRPr lang="en-US"/>
        </a:p>
      </dgm:t>
    </dgm:pt>
    <dgm:pt modelId="{A09629EE-AF39-42B0-AE18-F8F20C7C5A67}">
      <dgm:prSet phldrT="[Text]" custT="1"/>
      <dgm:spPr>
        <a:solidFill>
          <a:srgbClr val="009639"/>
        </a:solidFill>
      </dgm:spPr>
      <dgm:t>
        <a:bodyPr/>
        <a:lstStyle/>
        <a:p>
          <a:pPr marL="0" lvl="0" indent="0" algn="ctr" defTabSz="800100">
            <a:lnSpc>
              <a:spcPct val="100000"/>
            </a:lnSpc>
            <a:spcBef>
              <a:spcPct val="0"/>
            </a:spcBef>
            <a:spcAft>
              <a:spcPts val="800"/>
            </a:spcAft>
          </a:pPr>
          <a:r>
            <a:rPr lang="en-US" sz="1800" kern="1200" dirty="0">
              <a:effectLst>
                <a:outerShdw blurRad="38100" dist="38100" dir="2700000" algn="tl">
                  <a:srgbClr val="000000">
                    <a:alpha val="43137"/>
                  </a:srgbClr>
                </a:outerShdw>
              </a:effectLst>
              <a:latin typeface="Congenial Black"/>
              <a:ea typeface="+mn-ea"/>
              <a:cs typeface="+mn-cs"/>
            </a:rPr>
            <a:t>Harold Arnold</a:t>
          </a:r>
        </a:p>
        <a:p>
          <a:pPr marL="0" lvl="0" indent="0" algn="ctr" defTabSz="800100">
            <a:lnSpc>
              <a:spcPct val="100000"/>
            </a:lnSpc>
            <a:spcBef>
              <a:spcPct val="0"/>
            </a:spcBef>
            <a:spcAft>
              <a:spcPts val="800"/>
            </a:spcAft>
            <a:buNone/>
          </a:pPr>
          <a:r>
            <a:rPr lang="en-US" sz="1400" kern="1200" dirty="0">
              <a:latin typeface="Congenial"/>
              <a:ea typeface="+mn-ea"/>
              <a:cs typeface="+mn-cs"/>
            </a:rPr>
            <a:t>Supervisor</a:t>
          </a:r>
        </a:p>
        <a:p>
          <a:pPr marL="0" lvl="0" indent="0" algn="ctr" defTabSz="800100">
            <a:lnSpc>
              <a:spcPct val="100000"/>
            </a:lnSpc>
            <a:spcBef>
              <a:spcPct val="0"/>
            </a:spcBef>
            <a:spcAft>
              <a:spcPts val="800"/>
            </a:spcAft>
            <a:buNone/>
          </a:pPr>
          <a:r>
            <a:rPr lang="en-US" sz="1400" kern="1200" dirty="0">
              <a:latin typeface="Congenial"/>
              <a:ea typeface="Calibri"/>
              <a:cs typeface="Calibri"/>
            </a:rPr>
            <a:t>Network Services Data Analytics</a:t>
          </a:r>
          <a:endParaRPr lang="en-US" sz="1400" kern="1200" dirty="0">
            <a:latin typeface="Congenial"/>
            <a:ea typeface="+mn-ea"/>
            <a:cs typeface="+mn-cs"/>
          </a:endParaRPr>
        </a:p>
      </dgm:t>
    </dgm:pt>
    <dgm:pt modelId="{5D100323-0283-4BF0-B5BB-ABBCE682AA04}" type="parTrans" cxnId="{315520D1-0926-4BE7-802F-E0C1DD3C332B}">
      <dgm:prSet/>
      <dgm:spPr/>
      <dgm:t>
        <a:bodyPr/>
        <a:lstStyle/>
        <a:p>
          <a:endParaRPr lang="en-US"/>
        </a:p>
      </dgm:t>
    </dgm:pt>
    <dgm:pt modelId="{B96FC6B2-B3BB-4D4F-AE90-78DF0C9D5980}" type="sibTrans" cxnId="{315520D1-0926-4BE7-802F-E0C1DD3C332B}">
      <dgm:prSet/>
      <dgm:spPr/>
      <dgm:t>
        <a:bodyPr/>
        <a:lstStyle/>
        <a:p>
          <a:endParaRPr lang="en-US"/>
        </a:p>
      </dgm:t>
    </dgm:pt>
    <dgm:pt modelId="{8F1B1147-7AA1-4180-8F8F-0F2F1EB3895E}">
      <dgm:prSet phldrT="[Text]" custT="1"/>
      <dgm:spPr>
        <a:solidFill>
          <a:srgbClr val="009639"/>
        </a:solidFill>
      </dgm:spPr>
      <dgm:t>
        <a:bodyPr/>
        <a:lstStyle/>
        <a:p>
          <a:pPr algn="ctr">
            <a:lnSpc>
              <a:spcPct val="100000"/>
            </a:lnSpc>
            <a:spcAft>
              <a:spcPts val="800"/>
            </a:spcAft>
          </a:pPr>
          <a:r>
            <a:rPr lang="en-US" sz="1800" dirty="0">
              <a:effectLst>
                <a:outerShdw blurRad="38100" dist="38100" dir="2700000" algn="tl">
                  <a:srgbClr val="000000">
                    <a:alpha val="43137"/>
                  </a:srgbClr>
                </a:outerShdw>
              </a:effectLst>
              <a:latin typeface="Congenial Black"/>
            </a:rPr>
            <a:t>Adrienne Alexander</a:t>
          </a:r>
        </a:p>
        <a:p>
          <a:pPr algn="ctr">
            <a:lnSpc>
              <a:spcPct val="100000"/>
            </a:lnSpc>
            <a:spcAft>
              <a:spcPts val="800"/>
            </a:spcAft>
          </a:pPr>
          <a:r>
            <a:rPr lang="en-US" sz="1400" i="0" dirty="0">
              <a:latin typeface="+mn-lt"/>
            </a:rPr>
            <a:t>Analyst </a:t>
          </a:r>
        </a:p>
        <a:p>
          <a:pPr algn="ctr">
            <a:lnSpc>
              <a:spcPct val="100000"/>
            </a:lnSpc>
            <a:spcAft>
              <a:spcPts val="800"/>
            </a:spcAft>
          </a:pPr>
          <a:r>
            <a:rPr lang="en-US" sz="1400" i="0" dirty="0">
              <a:latin typeface="+mn-lt"/>
            </a:rPr>
            <a:t>Infra. Process, Tools, &amp; Automation</a:t>
          </a:r>
        </a:p>
      </dgm:t>
    </dgm:pt>
    <dgm:pt modelId="{6F6131A8-F64A-4942-A82A-D2DAA0DA62BE}" type="sibTrans" cxnId="{FC8A23CA-777D-4173-A63B-AB93A11A477A}">
      <dgm:prSet/>
      <dgm:spPr/>
      <dgm:t>
        <a:bodyPr/>
        <a:lstStyle/>
        <a:p>
          <a:endParaRPr lang="en-US"/>
        </a:p>
      </dgm:t>
    </dgm:pt>
    <dgm:pt modelId="{76748E60-D499-4162-B68C-9799E72130B7}" type="parTrans" cxnId="{FC8A23CA-777D-4173-A63B-AB93A11A477A}">
      <dgm:prSet/>
      <dgm:spPr/>
      <dgm:t>
        <a:bodyPr/>
        <a:lstStyle/>
        <a:p>
          <a:endParaRPr lang="en-US"/>
        </a:p>
      </dgm:t>
    </dgm:pt>
    <dgm:pt modelId="{4A471A24-EE4E-4E36-BAAF-A2F8A469FD47}">
      <dgm:prSet phldrT="[Text]" custT="1"/>
      <dgm:spPr>
        <a:solidFill>
          <a:srgbClr val="009639"/>
        </a:solidFill>
      </dgm:spPr>
      <dgm: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ea typeface="+mn-ea"/>
              <a:cs typeface="+mn-cs"/>
            </a:rPr>
            <a:t>Serina Johnson</a:t>
          </a:r>
        </a:p>
        <a:p>
          <a:pPr marL="0" lvl="0" algn="ctr" defTabSz="711200">
            <a:lnSpc>
              <a:spcPct val="100000"/>
            </a:lnSpc>
            <a:spcBef>
              <a:spcPct val="0"/>
            </a:spcBef>
            <a:spcAft>
              <a:spcPts val="800"/>
            </a:spcAft>
            <a:buNone/>
          </a:pPr>
          <a:r>
            <a:rPr lang="en-US" sz="1400" kern="1200" dirty="0">
              <a:latin typeface="Congenial"/>
              <a:ea typeface="Calibri"/>
              <a:cs typeface="Calibri"/>
            </a:rPr>
            <a:t>Supervisor </a:t>
          </a:r>
        </a:p>
        <a:p>
          <a:pPr marL="0" lvl="0" algn="ctr" defTabSz="711200">
            <a:lnSpc>
              <a:spcPct val="100000"/>
            </a:lnSpc>
            <a:spcBef>
              <a:spcPct val="0"/>
            </a:spcBef>
            <a:spcAft>
              <a:spcPts val="800"/>
            </a:spcAft>
            <a:buNone/>
          </a:pPr>
          <a:r>
            <a:rPr lang="en-US" sz="1400" i="0" kern="1200" dirty="0">
              <a:latin typeface="+mn-lt"/>
            </a:rPr>
            <a:t>Infra Operations Center Batch</a:t>
          </a:r>
          <a:endParaRPr lang="en-US" sz="1400" kern="1200" dirty="0">
            <a:latin typeface="Congenial"/>
            <a:ea typeface="+mn-ea"/>
            <a:cs typeface="+mn-cs"/>
          </a:endParaRPr>
        </a:p>
      </dgm:t>
    </dgm:pt>
    <dgm:pt modelId="{7BA798E2-1D15-4E49-BA5F-0604C5AA3431}" type="sibTrans" cxnId="{7AF6F0D4-A67B-4DD5-B37D-3F540D2E037E}">
      <dgm:prSet/>
      <dgm:spPr/>
      <dgm:t>
        <a:bodyPr/>
        <a:lstStyle/>
        <a:p>
          <a:endParaRPr lang="en-US"/>
        </a:p>
      </dgm:t>
    </dgm:pt>
    <dgm:pt modelId="{A452AECE-6E8F-4EBE-82AE-6BD571D50C31}" type="parTrans" cxnId="{7AF6F0D4-A67B-4DD5-B37D-3F540D2E037E}">
      <dgm:prSet/>
      <dgm:spPr/>
      <dgm:t>
        <a:bodyPr/>
        <a:lstStyle/>
        <a:p>
          <a:endParaRPr lang="en-US"/>
        </a:p>
      </dgm:t>
    </dgm:pt>
    <dgm:pt modelId="{C90E8BCF-8108-41D8-A6A4-DBA10FBA0156}">
      <dgm:prSet phldrT="[Text]" custT="1"/>
      <dgm:spPr>
        <a:solidFill>
          <a:srgbClr val="009639"/>
        </a:solidFill>
      </dgm:spPr>
      <dgm:t>
        <a:bodyPr/>
        <a:lstStyle/>
        <a:p>
          <a:pPr marL="0" lvl="0" indent="0" algn="ctr" defTabSz="800100">
            <a:lnSpc>
              <a:spcPct val="100000"/>
            </a:lnSpc>
            <a:spcBef>
              <a:spcPct val="0"/>
            </a:spcBef>
            <a:spcAft>
              <a:spcPts val="800"/>
            </a:spcAft>
          </a:pPr>
          <a:r>
            <a:rPr lang="en-US" sz="1800" kern="1200" dirty="0">
              <a:effectLst>
                <a:outerShdw blurRad="38100" dist="38100" dir="2700000" algn="tl">
                  <a:srgbClr val="000000">
                    <a:alpha val="43137"/>
                  </a:srgbClr>
                </a:outerShdw>
              </a:effectLst>
              <a:latin typeface="Congenial Black"/>
              <a:ea typeface="+mn-ea"/>
              <a:cs typeface="+mn-cs"/>
            </a:rPr>
            <a:t>Wells Cooner</a:t>
          </a:r>
        </a:p>
        <a:p>
          <a:pPr marL="0" lvl="0" algn="ctr" defTabSz="844550" rtl="0">
            <a:lnSpc>
              <a:spcPct val="100000"/>
            </a:lnSpc>
            <a:spcBef>
              <a:spcPct val="0"/>
            </a:spcBef>
            <a:spcAft>
              <a:spcPts val="800"/>
            </a:spcAft>
            <a:buNone/>
          </a:pPr>
          <a:r>
            <a:rPr lang="en-US" sz="1400" kern="1200" dirty="0">
              <a:latin typeface="Congenial"/>
              <a:ea typeface="+mn-ea"/>
              <a:cs typeface="+mn-cs"/>
            </a:rPr>
            <a:t>Manager </a:t>
          </a:r>
        </a:p>
        <a:p>
          <a:pPr marL="0" lvl="0" indent="0" algn="ctr" defTabSz="800100">
            <a:lnSpc>
              <a:spcPct val="100000"/>
            </a:lnSpc>
            <a:spcBef>
              <a:spcPct val="0"/>
            </a:spcBef>
            <a:spcAft>
              <a:spcPts val="800"/>
            </a:spcAft>
            <a:buNone/>
          </a:pPr>
          <a:r>
            <a:rPr lang="en-US" sz="1400" kern="1200" dirty="0">
              <a:latin typeface="Congenial"/>
              <a:ea typeface="+mn-ea"/>
              <a:cs typeface="+mn-cs"/>
            </a:rPr>
            <a:t>TO Data Center Program</a:t>
          </a:r>
        </a:p>
      </dgm:t>
    </dgm:pt>
    <dgm:pt modelId="{DD8DB50B-4070-45A2-9024-6B402E6D55FA}" type="parTrans" cxnId="{ACDEE18D-E337-40D1-A47C-6AA9653514A6}">
      <dgm:prSet/>
      <dgm:spPr/>
      <dgm:t>
        <a:bodyPr/>
        <a:lstStyle/>
        <a:p>
          <a:endParaRPr lang="en-US"/>
        </a:p>
      </dgm:t>
    </dgm:pt>
    <dgm:pt modelId="{4E60BDCD-6D75-4E43-BAE9-E9FDE241B7FF}" type="sibTrans" cxnId="{ACDEE18D-E337-40D1-A47C-6AA9653514A6}">
      <dgm:prSet/>
      <dgm:spPr/>
      <dgm:t>
        <a:bodyPr/>
        <a:lstStyle/>
        <a:p>
          <a:endParaRPr lang="en-US"/>
        </a:p>
      </dgm:t>
    </dgm:pt>
    <dgm:pt modelId="{B2C79157-E189-4A26-839F-2F09C0AABE2F}">
      <dgm:prSet phldrT="[Text]" custT="1"/>
      <dgm:spPr>
        <a:solidFill>
          <a:srgbClr val="009639"/>
        </a:solidFill>
      </dgm:spPr>
      <dgm:t>
        <a:bodyPr/>
        <a:lstStyle/>
        <a:p>
          <a:pPr marL="0" lvl="0" indent="0" algn="ctr" defTabSz="800100">
            <a:lnSpc>
              <a:spcPct val="100000"/>
            </a:lnSpc>
            <a:spcBef>
              <a:spcPct val="0"/>
            </a:spcBef>
            <a:spcAft>
              <a:spcPts val="800"/>
            </a:spcAft>
          </a:pPr>
          <a:r>
            <a:rPr lang="en-US" sz="1800" kern="1200" dirty="0">
              <a:effectLst>
                <a:outerShdw blurRad="38100" dist="38100" dir="2700000" algn="tl">
                  <a:srgbClr val="000000">
                    <a:alpha val="43137"/>
                  </a:srgbClr>
                </a:outerShdw>
              </a:effectLst>
              <a:latin typeface="Congenial Black" panose="02000503040000020004" pitchFamily="2" charset="0"/>
              <a:ea typeface="+mn-ea"/>
              <a:cs typeface="+mn-cs"/>
            </a:rPr>
            <a:t>Gabe Thomas</a:t>
          </a:r>
          <a:endParaRPr lang="en-US" sz="1800" kern="1200" dirty="0">
            <a:latin typeface="Congenial" panose="020F0502020204030204" pitchFamily="2" charset="0"/>
            <a:ea typeface="+mn-ea"/>
            <a:cs typeface="+mn-cs"/>
          </a:endParaRPr>
        </a:p>
        <a:p>
          <a:pPr marL="0" lvl="0" indent="0" algn="ctr" defTabSz="800100">
            <a:lnSpc>
              <a:spcPct val="100000"/>
            </a:lnSpc>
            <a:spcBef>
              <a:spcPct val="0"/>
            </a:spcBef>
            <a:spcAft>
              <a:spcPts val="800"/>
            </a:spcAft>
          </a:pPr>
          <a:r>
            <a:rPr lang="en-US" sz="1400" kern="1200" dirty="0">
              <a:latin typeface="Congenial"/>
              <a:ea typeface="+mn-ea"/>
              <a:cs typeface="+mn-cs"/>
            </a:rPr>
            <a:t>Analyst</a:t>
          </a:r>
        </a:p>
        <a:p>
          <a:pPr marL="0" lvl="0" indent="0" algn="ctr" defTabSz="800100">
            <a:lnSpc>
              <a:spcPct val="100000"/>
            </a:lnSpc>
            <a:spcBef>
              <a:spcPct val="0"/>
            </a:spcBef>
            <a:spcAft>
              <a:spcPts val="800"/>
            </a:spcAft>
          </a:pPr>
          <a:r>
            <a:rPr lang="en-US" sz="1400" kern="1200" dirty="0">
              <a:latin typeface="Congenial"/>
              <a:ea typeface="+mn-ea"/>
              <a:cs typeface="+mn-cs"/>
            </a:rPr>
            <a:t>Network Services Data Analytics</a:t>
          </a:r>
        </a:p>
      </dgm:t>
    </dgm:pt>
    <dgm:pt modelId="{F9945389-8B95-45B3-B344-CC97BD9DE1BA}" type="parTrans" cxnId="{30C9A708-8725-44F4-812C-EF0291C3BB87}">
      <dgm:prSet/>
      <dgm:spPr/>
      <dgm:t>
        <a:bodyPr/>
        <a:lstStyle/>
        <a:p>
          <a:endParaRPr lang="en-US"/>
        </a:p>
      </dgm:t>
    </dgm:pt>
    <dgm:pt modelId="{8514CACF-59A1-4711-A123-890DE50CF54B}" type="sibTrans" cxnId="{30C9A708-8725-44F4-812C-EF0291C3BB87}">
      <dgm:prSet/>
      <dgm:spPr/>
      <dgm:t>
        <a:bodyPr/>
        <a:lstStyle/>
        <a:p>
          <a:endParaRPr lang="en-US"/>
        </a:p>
      </dgm:t>
    </dgm:pt>
    <dgm:pt modelId="{2D1BD37B-C9F2-4CAC-BCA0-128AE6049C3C}" type="pres">
      <dgm:prSet presAssocID="{8DE668C2-A7BD-4A53-8AC5-139FEBBAEF97}" presName="diagram" presStyleCnt="0">
        <dgm:presLayoutVars>
          <dgm:dir/>
          <dgm:resizeHandles val="exact"/>
        </dgm:presLayoutVars>
      </dgm:prSet>
      <dgm:spPr/>
    </dgm:pt>
    <dgm:pt modelId="{EA11F2E3-9DEB-45C2-8241-6B23DE7ED947}" type="pres">
      <dgm:prSet presAssocID="{8F1B1147-7AA1-4180-8F8F-0F2F1EB3895E}" presName="node" presStyleLbl="node1" presStyleIdx="0" presStyleCnt="5">
        <dgm:presLayoutVars>
          <dgm:bulletEnabled val="1"/>
        </dgm:presLayoutVars>
      </dgm:prSet>
      <dgm:spPr/>
    </dgm:pt>
    <dgm:pt modelId="{DC074EFD-9998-4F11-96AA-E964F1FE4579}" type="pres">
      <dgm:prSet presAssocID="{6F6131A8-F64A-4942-A82A-D2DAA0DA62BE}" presName="sibTrans" presStyleCnt="0"/>
      <dgm:spPr/>
    </dgm:pt>
    <dgm:pt modelId="{2EFE799C-199F-4DAB-A86D-72C84BA35D2D}" type="pres">
      <dgm:prSet presAssocID="{A09629EE-AF39-42B0-AE18-F8F20C7C5A67}" presName="node" presStyleLbl="node1" presStyleIdx="1" presStyleCnt="5">
        <dgm:presLayoutVars>
          <dgm:bulletEnabled val="1"/>
        </dgm:presLayoutVars>
      </dgm:prSet>
      <dgm:spPr/>
    </dgm:pt>
    <dgm:pt modelId="{6F48DCCC-E65D-49CB-AD4A-93D230AD91D5}" type="pres">
      <dgm:prSet presAssocID="{B96FC6B2-B3BB-4D4F-AE90-78DF0C9D5980}" presName="sibTrans" presStyleCnt="0"/>
      <dgm:spPr/>
    </dgm:pt>
    <dgm:pt modelId="{4AB9F1C0-F485-4123-BF48-30FEC79B00E8}" type="pres">
      <dgm:prSet presAssocID="{C90E8BCF-8108-41D8-A6A4-DBA10FBA0156}" presName="node" presStyleLbl="node1" presStyleIdx="2" presStyleCnt="5">
        <dgm:presLayoutVars>
          <dgm:bulletEnabled val="1"/>
        </dgm:presLayoutVars>
      </dgm:prSet>
      <dgm:spPr/>
    </dgm:pt>
    <dgm:pt modelId="{7B08C692-FF1B-4D99-81E8-7386F221D83C}" type="pres">
      <dgm:prSet presAssocID="{4E60BDCD-6D75-4E43-BAE9-E9FDE241B7FF}" presName="sibTrans" presStyleCnt="0"/>
      <dgm:spPr/>
    </dgm:pt>
    <dgm:pt modelId="{2E79A6BD-BEFF-4CDE-830D-93546E42A72D}" type="pres">
      <dgm:prSet presAssocID="{4A471A24-EE4E-4E36-BAAF-A2F8A469FD47}" presName="node" presStyleLbl="node1" presStyleIdx="3" presStyleCnt="5">
        <dgm:presLayoutVars>
          <dgm:bulletEnabled val="1"/>
        </dgm:presLayoutVars>
      </dgm:prSet>
      <dgm:spPr/>
    </dgm:pt>
    <dgm:pt modelId="{EE0868B5-3494-4F9A-A676-C400BD88FFE0}" type="pres">
      <dgm:prSet presAssocID="{7BA798E2-1D15-4E49-BA5F-0604C5AA3431}" presName="sibTrans" presStyleCnt="0"/>
      <dgm:spPr/>
    </dgm:pt>
    <dgm:pt modelId="{C3A0D131-22B3-441B-9BC4-9639C124F986}" type="pres">
      <dgm:prSet presAssocID="{B2C79157-E189-4A26-839F-2F09C0AABE2F}" presName="node" presStyleLbl="node1" presStyleIdx="4" presStyleCnt="5">
        <dgm:presLayoutVars>
          <dgm:bulletEnabled val="1"/>
        </dgm:presLayoutVars>
      </dgm:prSet>
      <dgm:spPr/>
    </dgm:pt>
  </dgm:ptLst>
  <dgm:cxnLst>
    <dgm:cxn modelId="{30C9A708-8725-44F4-812C-EF0291C3BB87}" srcId="{8DE668C2-A7BD-4A53-8AC5-139FEBBAEF97}" destId="{B2C79157-E189-4A26-839F-2F09C0AABE2F}" srcOrd="4" destOrd="0" parTransId="{F9945389-8B95-45B3-B344-CC97BD9DE1BA}" sibTransId="{8514CACF-59A1-4711-A123-890DE50CF54B}"/>
    <dgm:cxn modelId="{78C1E771-D7B2-4A83-9CAE-3FEE4338F04D}" type="presOf" srcId="{8DE668C2-A7BD-4A53-8AC5-139FEBBAEF97}" destId="{2D1BD37B-C9F2-4CAC-BCA0-128AE6049C3C}" srcOrd="0" destOrd="0" presId="urn:microsoft.com/office/officeart/2005/8/layout/default"/>
    <dgm:cxn modelId="{A68C8178-54E6-4753-A308-1E7B7E2047AF}" type="presOf" srcId="{4A471A24-EE4E-4E36-BAAF-A2F8A469FD47}" destId="{2E79A6BD-BEFF-4CDE-830D-93546E42A72D}" srcOrd="0" destOrd="0" presId="urn:microsoft.com/office/officeart/2005/8/layout/default"/>
    <dgm:cxn modelId="{ACDEE18D-E337-40D1-A47C-6AA9653514A6}" srcId="{8DE668C2-A7BD-4A53-8AC5-139FEBBAEF97}" destId="{C90E8BCF-8108-41D8-A6A4-DBA10FBA0156}" srcOrd="2" destOrd="0" parTransId="{DD8DB50B-4070-45A2-9024-6B402E6D55FA}" sibTransId="{4E60BDCD-6D75-4E43-BAE9-E9FDE241B7FF}"/>
    <dgm:cxn modelId="{3A059795-7152-46D5-9677-5431309B39B0}" type="presOf" srcId="{8F1B1147-7AA1-4180-8F8F-0F2F1EB3895E}" destId="{EA11F2E3-9DEB-45C2-8241-6B23DE7ED947}" srcOrd="0" destOrd="0" presId="urn:microsoft.com/office/officeart/2005/8/layout/default"/>
    <dgm:cxn modelId="{3D20DAA4-6920-4A01-B955-CA69FBFA19C5}" type="presOf" srcId="{B2C79157-E189-4A26-839F-2F09C0AABE2F}" destId="{C3A0D131-22B3-441B-9BC4-9639C124F986}" srcOrd="0" destOrd="0" presId="urn:microsoft.com/office/officeart/2005/8/layout/default"/>
    <dgm:cxn modelId="{9DE3D3A6-8E9C-465F-AA5C-FC7DAA93C6EC}" type="presOf" srcId="{A09629EE-AF39-42B0-AE18-F8F20C7C5A67}" destId="{2EFE799C-199F-4DAB-A86D-72C84BA35D2D}" srcOrd="0" destOrd="0" presId="urn:microsoft.com/office/officeart/2005/8/layout/default"/>
    <dgm:cxn modelId="{FC8A23CA-777D-4173-A63B-AB93A11A477A}" srcId="{8DE668C2-A7BD-4A53-8AC5-139FEBBAEF97}" destId="{8F1B1147-7AA1-4180-8F8F-0F2F1EB3895E}" srcOrd="0" destOrd="0" parTransId="{76748E60-D499-4162-B68C-9799E72130B7}" sibTransId="{6F6131A8-F64A-4942-A82A-D2DAA0DA62BE}"/>
    <dgm:cxn modelId="{315520D1-0926-4BE7-802F-E0C1DD3C332B}" srcId="{8DE668C2-A7BD-4A53-8AC5-139FEBBAEF97}" destId="{A09629EE-AF39-42B0-AE18-F8F20C7C5A67}" srcOrd="1" destOrd="0" parTransId="{5D100323-0283-4BF0-B5BB-ABBCE682AA04}" sibTransId="{B96FC6B2-B3BB-4D4F-AE90-78DF0C9D5980}"/>
    <dgm:cxn modelId="{7AF6F0D4-A67B-4DD5-B37D-3F540D2E037E}" srcId="{8DE668C2-A7BD-4A53-8AC5-139FEBBAEF97}" destId="{4A471A24-EE4E-4E36-BAAF-A2F8A469FD47}" srcOrd="3" destOrd="0" parTransId="{A452AECE-6E8F-4EBE-82AE-6BD571D50C31}" sibTransId="{7BA798E2-1D15-4E49-BA5F-0604C5AA3431}"/>
    <dgm:cxn modelId="{1F758EDB-2893-4726-9A8C-FE6441D3F400}" type="presOf" srcId="{C90E8BCF-8108-41D8-A6A4-DBA10FBA0156}" destId="{4AB9F1C0-F485-4123-BF48-30FEC79B00E8}" srcOrd="0" destOrd="0" presId="urn:microsoft.com/office/officeart/2005/8/layout/default"/>
    <dgm:cxn modelId="{BEEA2AF4-3F6C-4893-A7A4-65A794E65670}" type="presParOf" srcId="{2D1BD37B-C9F2-4CAC-BCA0-128AE6049C3C}" destId="{EA11F2E3-9DEB-45C2-8241-6B23DE7ED947}" srcOrd="0" destOrd="0" presId="urn:microsoft.com/office/officeart/2005/8/layout/default"/>
    <dgm:cxn modelId="{E14A496D-27AC-4EC1-8B00-085137CB5D17}" type="presParOf" srcId="{2D1BD37B-C9F2-4CAC-BCA0-128AE6049C3C}" destId="{DC074EFD-9998-4F11-96AA-E964F1FE4579}" srcOrd="1" destOrd="0" presId="urn:microsoft.com/office/officeart/2005/8/layout/default"/>
    <dgm:cxn modelId="{E80C101F-9AEB-46CE-8C6E-1D4F063DB25A}" type="presParOf" srcId="{2D1BD37B-C9F2-4CAC-BCA0-128AE6049C3C}" destId="{2EFE799C-199F-4DAB-A86D-72C84BA35D2D}" srcOrd="2" destOrd="0" presId="urn:microsoft.com/office/officeart/2005/8/layout/default"/>
    <dgm:cxn modelId="{AC5A3052-C518-46BB-9AD5-859389936387}" type="presParOf" srcId="{2D1BD37B-C9F2-4CAC-BCA0-128AE6049C3C}" destId="{6F48DCCC-E65D-49CB-AD4A-93D230AD91D5}" srcOrd="3" destOrd="0" presId="urn:microsoft.com/office/officeart/2005/8/layout/default"/>
    <dgm:cxn modelId="{FBCC397D-881A-42A8-8D3E-E35507A49A80}" type="presParOf" srcId="{2D1BD37B-C9F2-4CAC-BCA0-128AE6049C3C}" destId="{4AB9F1C0-F485-4123-BF48-30FEC79B00E8}" srcOrd="4" destOrd="0" presId="urn:microsoft.com/office/officeart/2005/8/layout/default"/>
    <dgm:cxn modelId="{B73140CA-3E4B-480F-82C8-4D5B44DF1271}" type="presParOf" srcId="{2D1BD37B-C9F2-4CAC-BCA0-128AE6049C3C}" destId="{7B08C692-FF1B-4D99-81E8-7386F221D83C}" srcOrd="5" destOrd="0" presId="urn:microsoft.com/office/officeart/2005/8/layout/default"/>
    <dgm:cxn modelId="{073B8B1A-7908-4FF5-91B7-5B9DCF5B834F}" type="presParOf" srcId="{2D1BD37B-C9F2-4CAC-BCA0-128AE6049C3C}" destId="{2E79A6BD-BEFF-4CDE-830D-93546E42A72D}" srcOrd="6" destOrd="0" presId="urn:microsoft.com/office/officeart/2005/8/layout/default"/>
    <dgm:cxn modelId="{D77DDBA5-3848-489B-97F8-8E826358EEBB}" type="presParOf" srcId="{2D1BD37B-C9F2-4CAC-BCA0-128AE6049C3C}" destId="{EE0868B5-3494-4F9A-A676-C400BD88FFE0}" srcOrd="7" destOrd="0" presId="urn:microsoft.com/office/officeart/2005/8/layout/default"/>
    <dgm:cxn modelId="{2792E28A-A74C-4438-B4F3-DBF6AF52E6B2}" type="presParOf" srcId="{2D1BD37B-C9F2-4CAC-BCA0-128AE6049C3C}" destId="{C3A0D131-22B3-441B-9BC4-9639C124F986}"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7A9A4A-9271-407E-AAFE-B11CC14276B2}" type="doc">
      <dgm:prSet loTypeId="urn:microsoft.com/office/officeart/2005/8/layout/orgChart1" loCatId="hierarchy" qsTypeId="urn:microsoft.com/office/officeart/2005/8/quickstyle/simple1" qsCatId="simple" csTypeId="urn:microsoft.com/office/officeart/2005/8/colors/accent3_2" csCatId="accent3" phldr="1"/>
      <dgm:spPr/>
      <dgm:t>
        <a:bodyPr/>
        <a:lstStyle/>
        <a:p>
          <a:endParaRPr lang="en-US"/>
        </a:p>
      </dgm:t>
    </dgm:pt>
    <dgm:pt modelId="{BD1D93D5-87CE-4DA6-AA5A-EDDDC49AD240}">
      <dgm:prSet phldrT="[Text]" custT="1"/>
      <dgm:spPr>
        <a:solidFill>
          <a:srgbClr val="EC1C24"/>
        </a:solidFill>
        <a:ln>
          <a:solidFill>
            <a:schemeClr val="accent6"/>
          </a:solidFill>
        </a:ln>
      </dgm:spPr>
      <dgm:t>
        <a:bodyPr/>
        <a:lstStyle/>
        <a:p>
          <a:r>
            <a:rPr lang="en-US" sz="1400" dirty="0">
              <a:latin typeface="Arial Narrow" panose="020B0606020202030204" pitchFamily="34" charset="0"/>
            </a:rPr>
            <a:t>Infrastructure Services</a:t>
          </a:r>
        </a:p>
      </dgm:t>
    </dgm:pt>
    <dgm:pt modelId="{9E17236C-05A4-417B-BAAA-2DF4E409AC60}" type="parTrans" cxnId="{8B9E100F-F64E-4C02-A7AA-F1598E6C5580}">
      <dgm:prSet/>
      <dgm:spPr/>
      <dgm:t>
        <a:bodyPr/>
        <a:lstStyle/>
        <a:p>
          <a:endParaRPr lang="en-US"/>
        </a:p>
      </dgm:t>
    </dgm:pt>
    <dgm:pt modelId="{D019C7B5-77FA-479A-BFAA-5796E7812343}" type="sibTrans" cxnId="{8B9E100F-F64E-4C02-A7AA-F1598E6C5580}">
      <dgm:prSet/>
      <dgm:spPr/>
      <dgm:t>
        <a:bodyPr/>
        <a:lstStyle/>
        <a:p>
          <a:endParaRPr lang="en-US"/>
        </a:p>
      </dgm:t>
    </dgm:pt>
    <dgm:pt modelId="{82B9712A-01CB-4B4B-82F5-4BF0F3B6CE72}">
      <dgm:prSet phldrT="[Text]" custT="1"/>
      <dgm:spPr>
        <a:solidFill>
          <a:srgbClr val="00BCF1"/>
        </a:solidFill>
        <a:ln>
          <a:solidFill>
            <a:srgbClr val="00BCF1"/>
          </a:solidFill>
        </a:ln>
      </dgm:spPr>
      <dgm: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Infrastructure Solutions</a:t>
          </a:r>
        </a:p>
      </dgm:t>
    </dgm:pt>
    <dgm:pt modelId="{113134D7-9859-4824-9FAF-796442F35A24}" type="parTrans" cxnId="{45B4E6FE-83C4-40CE-B0E1-BBEF41A0BA97}">
      <dgm:prSet/>
      <dgm:spPr/>
      <dgm:t>
        <a:bodyPr/>
        <a:lstStyle/>
        <a:p>
          <a:endParaRPr lang="en-US" sz="1400"/>
        </a:p>
      </dgm:t>
    </dgm:pt>
    <dgm:pt modelId="{6946C160-BAC4-461F-97F8-C747BB13F1C8}" type="sibTrans" cxnId="{45B4E6FE-83C4-40CE-B0E1-BBEF41A0BA97}">
      <dgm:prSet/>
      <dgm:spPr/>
      <dgm:t>
        <a:bodyPr/>
        <a:lstStyle/>
        <a:p>
          <a:endParaRPr lang="en-US"/>
        </a:p>
      </dgm:t>
    </dgm:pt>
    <dgm:pt modelId="{FABE3AE3-710A-4C59-8FB5-A7E64932EFDE}">
      <dgm:prSet phldrT="[Tex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Computing Services</a:t>
          </a:r>
        </a:p>
      </dgm:t>
    </dgm:pt>
    <dgm:pt modelId="{7AE6BB59-54E0-4FAD-BEBA-E7A1C60ECD89}" type="parTrans" cxnId="{BBB4FA50-4B08-4A88-89C0-54DF67217D05}">
      <dgm:prSet/>
      <dgm:spPr/>
      <dgm:t>
        <a:bodyPr/>
        <a:lstStyle/>
        <a:p>
          <a:endParaRPr lang="en-US" sz="1400"/>
        </a:p>
      </dgm:t>
    </dgm:pt>
    <dgm:pt modelId="{A57A5380-4EBC-4FD2-B88D-115258939F38}" type="sibTrans" cxnId="{BBB4FA50-4B08-4A88-89C0-54DF67217D05}">
      <dgm:prSet/>
      <dgm:spPr/>
      <dgm:t>
        <a:bodyPr/>
        <a:lstStyle/>
        <a:p>
          <a:endParaRPr lang="en-US"/>
        </a:p>
      </dgm:t>
    </dgm:pt>
    <dgm:pt modelId="{6ADC2FB2-51A5-4EAF-87D4-CB4C0CF6ECE4}">
      <dgm:prSet phldrT="[Tex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Infrastructure Operations</a:t>
          </a:r>
        </a:p>
      </dgm:t>
    </dgm:pt>
    <dgm:pt modelId="{17DE39DC-2D30-4366-9141-AFCD4A5462A7}" type="parTrans" cxnId="{D045820A-4E37-42DE-93B2-9B662E6197B6}">
      <dgm:prSet/>
      <dgm:spPr/>
      <dgm:t>
        <a:bodyPr/>
        <a:lstStyle/>
        <a:p>
          <a:endParaRPr lang="en-US" sz="1400"/>
        </a:p>
      </dgm:t>
    </dgm:pt>
    <dgm:pt modelId="{118EAFCA-BE6A-4546-9381-874AB2B7C50E}" type="sibTrans" cxnId="{D045820A-4E37-42DE-93B2-9B662E6197B6}">
      <dgm:prSet/>
      <dgm:spPr/>
      <dgm:t>
        <a:bodyPr/>
        <a:lstStyle/>
        <a:p>
          <a:endParaRPr lang="en-US"/>
        </a:p>
      </dgm:t>
    </dgm:pt>
    <dgm:pt modelId="{5A8EC495-0759-4CC3-9079-02C7102A8A89}">
      <dgm:prSe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Network Services</a:t>
          </a:r>
        </a:p>
      </dgm:t>
    </dgm:pt>
    <dgm:pt modelId="{E44FD9F1-8BBF-4CDC-BDA0-CA0F233B6D24}" type="parTrans" cxnId="{E6DC7BD4-D0DA-4924-BC38-8162B1188176}">
      <dgm:prSet/>
      <dgm:spPr/>
      <dgm:t>
        <a:bodyPr/>
        <a:lstStyle/>
        <a:p>
          <a:endParaRPr lang="en-US" sz="1400"/>
        </a:p>
      </dgm:t>
    </dgm:pt>
    <dgm:pt modelId="{6713FBE5-FD5A-4C14-A301-74101B6EF5A8}" type="sibTrans" cxnId="{E6DC7BD4-D0DA-4924-BC38-8162B1188176}">
      <dgm:prSet/>
      <dgm:spPr/>
      <dgm:t>
        <a:bodyPr/>
        <a:lstStyle/>
        <a:p>
          <a:endParaRPr lang="en-US"/>
        </a:p>
      </dgm:t>
    </dgm:pt>
    <dgm:pt modelId="{EFFD471B-E735-AB40-ADDF-9FA3D538128A}">
      <dgm:prSet phldrT="[Tex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a:buNone/>
          </a:pPr>
          <a:r>
            <a:rPr lang="en-US" sz="1400" kern="1200" dirty="0">
              <a:solidFill>
                <a:prstClr val="white"/>
              </a:solidFill>
              <a:latin typeface="Arial Narrow" panose="020B0606020202030204" pitchFamily="34" charset="0"/>
              <a:ea typeface="+mn-ea"/>
              <a:cs typeface="+mn-cs"/>
            </a:rPr>
            <a:t>Data Center Program</a:t>
          </a:r>
        </a:p>
      </dgm:t>
    </dgm:pt>
    <dgm:pt modelId="{1E67CE1F-8D54-BD40-99A3-F909ADA3E693}" type="parTrans" cxnId="{176F4255-1B46-574B-9502-220909BA1458}">
      <dgm:prSet/>
      <dgm:spPr/>
      <dgm:t>
        <a:bodyPr/>
        <a:lstStyle/>
        <a:p>
          <a:endParaRPr lang="en-US" sz="1400"/>
        </a:p>
      </dgm:t>
    </dgm:pt>
    <dgm:pt modelId="{DA51D155-97EF-7C4C-A3C8-F6C0629114B8}" type="sibTrans" cxnId="{176F4255-1B46-574B-9502-220909BA1458}">
      <dgm:prSet/>
      <dgm:spPr/>
      <dgm:t>
        <a:bodyPr/>
        <a:lstStyle/>
        <a:p>
          <a:endParaRPr lang="en-US"/>
        </a:p>
      </dgm:t>
    </dgm:pt>
    <dgm:pt modelId="{989CC2F1-E49F-4810-B60E-5B9426361D7B}">
      <dgm:prSe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Telecom Services</a:t>
          </a:r>
        </a:p>
      </dgm:t>
    </dgm:pt>
    <dgm:pt modelId="{2F298DA2-2D13-47A8-B071-6A8DF7AEC775}" type="parTrans" cxnId="{BC55599E-B513-4708-A228-AE04323911EC}">
      <dgm:prSet/>
      <dgm:spPr/>
      <dgm:t>
        <a:bodyPr/>
        <a:lstStyle/>
        <a:p>
          <a:endParaRPr lang="en-US" sz="1400"/>
        </a:p>
      </dgm:t>
    </dgm:pt>
    <dgm:pt modelId="{EA4BF799-DAEE-4EB8-842D-94EF8F4FBB81}" type="sibTrans" cxnId="{BC55599E-B513-4708-A228-AE04323911EC}">
      <dgm:prSet/>
      <dgm:spPr/>
      <dgm:t>
        <a:bodyPr/>
        <a:lstStyle/>
        <a:p>
          <a:endParaRPr lang="en-US"/>
        </a:p>
      </dgm:t>
    </dgm:pt>
    <dgm:pt modelId="{56E5DB16-3ADB-444C-B312-B4DE231F9F1A}" type="pres">
      <dgm:prSet presAssocID="{877A9A4A-9271-407E-AAFE-B11CC14276B2}" presName="hierChild1" presStyleCnt="0">
        <dgm:presLayoutVars>
          <dgm:orgChart val="1"/>
          <dgm:chPref val="1"/>
          <dgm:dir/>
          <dgm:animOne val="branch"/>
          <dgm:animLvl val="lvl"/>
          <dgm:resizeHandles/>
        </dgm:presLayoutVars>
      </dgm:prSet>
      <dgm:spPr/>
    </dgm:pt>
    <dgm:pt modelId="{6E38A05B-FD97-432E-8B4A-4539652AEB3A}" type="pres">
      <dgm:prSet presAssocID="{BD1D93D5-87CE-4DA6-AA5A-EDDDC49AD240}" presName="hierRoot1" presStyleCnt="0">
        <dgm:presLayoutVars>
          <dgm:hierBranch val="init"/>
        </dgm:presLayoutVars>
      </dgm:prSet>
      <dgm:spPr/>
    </dgm:pt>
    <dgm:pt modelId="{BD304C60-9D9E-499A-AD1B-A09CE446F64D}" type="pres">
      <dgm:prSet presAssocID="{BD1D93D5-87CE-4DA6-AA5A-EDDDC49AD240}" presName="rootComposite1" presStyleCnt="0"/>
      <dgm:spPr/>
    </dgm:pt>
    <dgm:pt modelId="{A1DC2129-A0D6-4992-9106-D74ADDC8BAE0}" type="pres">
      <dgm:prSet presAssocID="{BD1D93D5-87CE-4DA6-AA5A-EDDDC49AD240}" presName="rootText1" presStyleLbl="node0" presStyleIdx="0" presStyleCnt="1" custLinFactY="-14912" custLinFactNeighborX="10260" custLinFactNeighborY="-100000">
        <dgm:presLayoutVars>
          <dgm:chPref val="3"/>
        </dgm:presLayoutVars>
      </dgm:prSet>
      <dgm:spPr/>
    </dgm:pt>
    <dgm:pt modelId="{DC2E7C9A-C109-4F24-B4C2-550E41E1DB9D}" type="pres">
      <dgm:prSet presAssocID="{BD1D93D5-87CE-4DA6-AA5A-EDDDC49AD240}" presName="rootConnector1" presStyleLbl="node1" presStyleIdx="0" presStyleCnt="0"/>
      <dgm:spPr/>
    </dgm:pt>
    <dgm:pt modelId="{1CDA1321-7C0E-456A-8EA6-70DC9BF624E1}" type="pres">
      <dgm:prSet presAssocID="{BD1D93D5-87CE-4DA6-AA5A-EDDDC49AD240}" presName="hierChild2" presStyleCnt="0"/>
      <dgm:spPr/>
    </dgm:pt>
    <dgm:pt modelId="{560437BF-2B60-42C2-898A-46AE48E5DFAE}" type="pres">
      <dgm:prSet presAssocID="{113134D7-9859-4824-9FAF-796442F35A24}" presName="Name37" presStyleLbl="parChTrans1D2" presStyleIdx="0" presStyleCnt="6"/>
      <dgm:spPr/>
    </dgm:pt>
    <dgm:pt modelId="{E84F9707-DB32-4ED4-82EC-0F7FAC8DB82E}" type="pres">
      <dgm:prSet presAssocID="{82B9712A-01CB-4B4B-82F5-4BF0F3B6CE72}" presName="hierRoot2" presStyleCnt="0">
        <dgm:presLayoutVars>
          <dgm:hierBranch val="init"/>
        </dgm:presLayoutVars>
      </dgm:prSet>
      <dgm:spPr/>
    </dgm:pt>
    <dgm:pt modelId="{A66D0035-FFB5-465F-98DC-8BEEEC9EDF45}" type="pres">
      <dgm:prSet presAssocID="{82B9712A-01CB-4B4B-82F5-4BF0F3B6CE72}" presName="rootComposite" presStyleCnt="0"/>
      <dgm:spPr/>
    </dgm:pt>
    <dgm:pt modelId="{3262872D-65E1-4C22-B172-61A5DC82B85B}" type="pres">
      <dgm:prSet presAssocID="{82B9712A-01CB-4B4B-82F5-4BF0F3B6CE72}" presName="rootText" presStyleLbl="node2" presStyleIdx="0" presStyleCnt="6" custLinFactY="-14912" custLinFactNeighborX="10260" custLinFactNeighborY="-100000">
        <dgm:presLayoutVars>
          <dgm:chPref val="3"/>
        </dgm:presLayoutVars>
      </dgm:prSet>
      <dgm:spPr/>
    </dgm:pt>
    <dgm:pt modelId="{28C5B842-D88D-4989-9D56-657A528095E1}" type="pres">
      <dgm:prSet presAssocID="{82B9712A-01CB-4B4B-82F5-4BF0F3B6CE72}" presName="rootConnector" presStyleLbl="node2" presStyleIdx="0" presStyleCnt="6"/>
      <dgm:spPr/>
    </dgm:pt>
    <dgm:pt modelId="{2E6197A3-AE94-4014-A1E4-D1B679BB413F}" type="pres">
      <dgm:prSet presAssocID="{82B9712A-01CB-4B4B-82F5-4BF0F3B6CE72}" presName="hierChild4" presStyleCnt="0"/>
      <dgm:spPr/>
    </dgm:pt>
    <dgm:pt modelId="{997BFCA9-3CE6-4721-8ABD-CC25B8815228}" type="pres">
      <dgm:prSet presAssocID="{82B9712A-01CB-4B4B-82F5-4BF0F3B6CE72}" presName="hierChild5" presStyleCnt="0"/>
      <dgm:spPr/>
    </dgm:pt>
    <dgm:pt modelId="{BB0A6F34-D334-4D60-AB8D-DFB4C0069565}" type="pres">
      <dgm:prSet presAssocID="{2F298DA2-2D13-47A8-B071-6A8DF7AEC775}" presName="Name37" presStyleLbl="parChTrans1D2" presStyleIdx="1" presStyleCnt="6"/>
      <dgm:spPr/>
    </dgm:pt>
    <dgm:pt modelId="{3EA5C452-4277-43D7-8C17-E0FCB43B188E}" type="pres">
      <dgm:prSet presAssocID="{989CC2F1-E49F-4810-B60E-5B9426361D7B}" presName="hierRoot2" presStyleCnt="0">
        <dgm:presLayoutVars>
          <dgm:hierBranch val="init"/>
        </dgm:presLayoutVars>
      </dgm:prSet>
      <dgm:spPr/>
    </dgm:pt>
    <dgm:pt modelId="{6EE9B526-8930-4983-A8AB-88834A9D8FEE}" type="pres">
      <dgm:prSet presAssocID="{989CC2F1-E49F-4810-B60E-5B9426361D7B}" presName="rootComposite" presStyleCnt="0"/>
      <dgm:spPr/>
    </dgm:pt>
    <dgm:pt modelId="{0AEAE710-4DE9-421B-8CA2-F552A6071357}" type="pres">
      <dgm:prSet presAssocID="{989CC2F1-E49F-4810-B60E-5B9426361D7B}" presName="rootText" presStyleLbl="node2" presStyleIdx="1" presStyleCnt="6" custLinFactY="-14912" custLinFactNeighborX="10260" custLinFactNeighborY="-100000">
        <dgm:presLayoutVars>
          <dgm:chPref val="3"/>
        </dgm:presLayoutVars>
      </dgm:prSet>
      <dgm:spPr>
        <a:xfrm>
          <a:off x="1448644" y="1356696"/>
          <a:ext cx="1101769" cy="550884"/>
        </a:xfrm>
        <a:prstGeom prst="rect">
          <a:avLst/>
        </a:prstGeom>
      </dgm:spPr>
    </dgm:pt>
    <dgm:pt modelId="{10CCD92E-010F-41DE-B0A6-6EB8C9CF6260}" type="pres">
      <dgm:prSet presAssocID="{989CC2F1-E49F-4810-B60E-5B9426361D7B}" presName="rootConnector" presStyleLbl="node2" presStyleIdx="1" presStyleCnt="6"/>
      <dgm:spPr/>
    </dgm:pt>
    <dgm:pt modelId="{79ADBAF4-17DF-4E71-8DA7-D64381CF6470}" type="pres">
      <dgm:prSet presAssocID="{989CC2F1-E49F-4810-B60E-5B9426361D7B}" presName="hierChild4" presStyleCnt="0"/>
      <dgm:spPr/>
    </dgm:pt>
    <dgm:pt modelId="{A06DDBD5-31B7-4639-B3E8-B580F42F238E}" type="pres">
      <dgm:prSet presAssocID="{989CC2F1-E49F-4810-B60E-5B9426361D7B}" presName="hierChild5" presStyleCnt="0"/>
      <dgm:spPr/>
    </dgm:pt>
    <dgm:pt modelId="{E4D90C85-52A9-4E24-A717-8A5C88A1E1AD}" type="pres">
      <dgm:prSet presAssocID="{E44FD9F1-8BBF-4CDC-BDA0-CA0F233B6D24}" presName="Name37" presStyleLbl="parChTrans1D2" presStyleIdx="2" presStyleCnt="6"/>
      <dgm:spPr/>
    </dgm:pt>
    <dgm:pt modelId="{6C44E0E1-00F7-443F-81ED-F7135F82C021}" type="pres">
      <dgm:prSet presAssocID="{5A8EC495-0759-4CC3-9079-02C7102A8A89}" presName="hierRoot2" presStyleCnt="0">
        <dgm:presLayoutVars>
          <dgm:hierBranch val="init"/>
        </dgm:presLayoutVars>
      </dgm:prSet>
      <dgm:spPr/>
    </dgm:pt>
    <dgm:pt modelId="{776F38CC-DBAE-44FD-A099-6AE75804339A}" type="pres">
      <dgm:prSet presAssocID="{5A8EC495-0759-4CC3-9079-02C7102A8A89}" presName="rootComposite" presStyleCnt="0"/>
      <dgm:spPr/>
    </dgm:pt>
    <dgm:pt modelId="{06F612F9-B2D0-486C-A17C-22E7C29F931B}" type="pres">
      <dgm:prSet presAssocID="{5A8EC495-0759-4CC3-9079-02C7102A8A89}" presName="rootText" presStyleLbl="node2" presStyleIdx="2" presStyleCnt="6" custLinFactX="18840" custLinFactY="-14167" custLinFactNeighborX="100000" custLinFactNeighborY="-100000">
        <dgm:presLayoutVars>
          <dgm:chPref val="3"/>
        </dgm:presLayoutVars>
      </dgm:prSet>
      <dgm:spPr>
        <a:xfrm>
          <a:off x="3978087" y="1360800"/>
          <a:ext cx="1101769" cy="550884"/>
        </a:xfrm>
        <a:prstGeom prst="rect">
          <a:avLst/>
        </a:prstGeom>
      </dgm:spPr>
    </dgm:pt>
    <dgm:pt modelId="{6D84B940-5599-49AB-B1A9-FB9D3A9EC3B3}" type="pres">
      <dgm:prSet presAssocID="{5A8EC495-0759-4CC3-9079-02C7102A8A89}" presName="rootConnector" presStyleLbl="node2" presStyleIdx="2" presStyleCnt="6"/>
      <dgm:spPr/>
    </dgm:pt>
    <dgm:pt modelId="{D03ED634-5EC8-4539-A6DD-8CC2991966DC}" type="pres">
      <dgm:prSet presAssocID="{5A8EC495-0759-4CC3-9079-02C7102A8A89}" presName="hierChild4" presStyleCnt="0"/>
      <dgm:spPr/>
    </dgm:pt>
    <dgm:pt modelId="{68C8866D-FF2C-474F-A0B1-695B2FA2B536}" type="pres">
      <dgm:prSet presAssocID="{5A8EC495-0759-4CC3-9079-02C7102A8A89}" presName="hierChild5" presStyleCnt="0"/>
      <dgm:spPr/>
    </dgm:pt>
    <dgm:pt modelId="{FD18C4A9-38B7-4DCE-AA3A-E7695D4A6F0D}" type="pres">
      <dgm:prSet presAssocID="{7AE6BB59-54E0-4FAD-BEBA-E7A1C60ECD89}" presName="Name37" presStyleLbl="parChTrans1D2" presStyleIdx="3" presStyleCnt="6"/>
      <dgm:spPr/>
    </dgm:pt>
    <dgm:pt modelId="{7238EC81-D879-4114-B5BD-1E82FEA981F2}" type="pres">
      <dgm:prSet presAssocID="{FABE3AE3-710A-4C59-8FB5-A7E64932EFDE}" presName="hierRoot2" presStyleCnt="0">
        <dgm:presLayoutVars>
          <dgm:hierBranch val="init"/>
        </dgm:presLayoutVars>
      </dgm:prSet>
      <dgm:spPr/>
    </dgm:pt>
    <dgm:pt modelId="{EF922408-F506-44FE-9D27-890833B6DEEA}" type="pres">
      <dgm:prSet presAssocID="{FABE3AE3-710A-4C59-8FB5-A7E64932EFDE}" presName="rootComposite" presStyleCnt="0"/>
      <dgm:spPr/>
    </dgm:pt>
    <dgm:pt modelId="{2D7D23C9-C653-4CEC-83B6-DE21C606D8DE}" type="pres">
      <dgm:prSet presAssocID="{FABE3AE3-710A-4C59-8FB5-A7E64932EFDE}" presName="rootText" presStyleLbl="node2" presStyleIdx="3" presStyleCnt="6" custLinFactX="-19587" custLinFactY="-14167" custLinFactNeighborX="-100000" custLinFactNeighborY="-100000">
        <dgm:presLayoutVars>
          <dgm:chPref val="3"/>
        </dgm:presLayoutVars>
      </dgm:prSet>
      <dgm:spPr>
        <a:xfrm>
          <a:off x="2684312" y="1360800"/>
          <a:ext cx="1101769" cy="550884"/>
        </a:xfrm>
        <a:prstGeom prst="rect">
          <a:avLst/>
        </a:prstGeom>
      </dgm:spPr>
    </dgm:pt>
    <dgm:pt modelId="{162C02B0-4FC9-4D7A-9F3D-5D4B11F825A5}" type="pres">
      <dgm:prSet presAssocID="{FABE3AE3-710A-4C59-8FB5-A7E64932EFDE}" presName="rootConnector" presStyleLbl="node2" presStyleIdx="3" presStyleCnt="6"/>
      <dgm:spPr/>
    </dgm:pt>
    <dgm:pt modelId="{28EEA7DB-5926-4951-83CD-6CA8CC063B6A}" type="pres">
      <dgm:prSet presAssocID="{FABE3AE3-710A-4C59-8FB5-A7E64932EFDE}" presName="hierChild4" presStyleCnt="0"/>
      <dgm:spPr/>
    </dgm:pt>
    <dgm:pt modelId="{F9C1F899-7316-456E-91FB-6905A954D0C7}" type="pres">
      <dgm:prSet presAssocID="{FABE3AE3-710A-4C59-8FB5-A7E64932EFDE}" presName="hierChild5" presStyleCnt="0"/>
      <dgm:spPr/>
    </dgm:pt>
    <dgm:pt modelId="{C4D6235D-5AE3-47AA-8E63-6C5025F4867A}" type="pres">
      <dgm:prSet presAssocID="{17DE39DC-2D30-4366-9141-AFCD4A5462A7}" presName="Name37" presStyleLbl="parChTrans1D2" presStyleIdx="4" presStyleCnt="6"/>
      <dgm:spPr/>
    </dgm:pt>
    <dgm:pt modelId="{098CA7FE-8649-4C5C-89E1-FF8490ACD884}" type="pres">
      <dgm:prSet presAssocID="{6ADC2FB2-51A5-4EAF-87D4-CB4C0CF6ECE4}" presName="hierRoot2" presStyleCnt="0">
        <dgm:presLayoutVars>
          <dgm:hierBranch val="init"/>
        </dgm:presLayoutVars>
      </dgm:prSet>
      <dgm:spPr/>
    </dgm:pt>
    <dgm:pt modelId="{61CE567C-CF47-4F80-9A61-1CD09E8A1700}" type="pres">
      <dgm:prSet presAssocID="{6ADC2FB2-51A5-4EAF-87D4-CB4C0CF6ECE4}" presName="rootComposite" presStyleCnt="0"/>
      <dgm:spPr/>
    </dgm:pt>
    <dgm:pt modelId="{5362A8F3-F3DC-4C98-99D3-94D00CDA2C4E}" type="pres">
      <dgm:prSet presAssocID="{6ADC2FB2-51A5-4EAF-87D4-CB4C0CF6ECE4}" presName="rootText" presStyleLbl="node2" presStyleIdx="4" presStyleCnt="6" custLinFactY="-13573" custLinFactNeighborX="-8472" custLinFactNeighborY="-100000">
        <dgm:presLayoutVars>
          <dgm:chPref val="3"/>
        </dgm:presLayoutVars>
      </dgm:prSet>
      <dgm:spPr>
        <a:xfrm>
          <a:off x="5241685" y="1364073"/>
          <a:ext cx="1101769" cy="550884"/>
        </a:xfrm>
        <a:prstGeom prst="rect">
          <a:avLst/>
        </a:prstGeom>
      </dgm:spPr>
    </dgm:pt>
    <dgm:pt modelId="{F720125F-03A4-4653-AE3F-1B1DB00C4F55}" type="pres">
      <dgm:prSet presAssocID="{6ADC2FB2-51A5-4EAF-87D4-CB4C0CF6ECE4}" presName="rootConnector" presStyleLbl="node2" presStyleIdx="4" presStyleCnt="6"/>
      <dgm:spPr/>
    </dgm:pt>
    <dgm:pt modelId="{30B388D1-797A-45F9-BA27-6EBED4FF1756}" type="pres">
      <dgm:prSet presAssocID="{6ADC2FB2-51A5-4EAF-87D4-CB4C0CF6ECE4}" presName="hierChild4" presStyleCnt="0"/>
      <dgm:spPr/>
    </dgm:pt>
    <dgm:pt modelId="{D9E33013-36D0-427A-B133-6B009A933B8D}" type="pres">
      <dgm:prSet presAssocID="{6ADC2FB2-51A5-4EAF-87D4-CB4C0CF6ECE4}" presName="hierChild5" presStyleCnt="0"/>
      <dgm:spPr/>
    </dgm:pt>
    <dgm:pt modelId="{4060575B-45D6-2344-A38F-35E75CCBD220}" type="pres">
      <dgm:prSet presAssocID="{1E67CE1F-8D54-BD40-99A3-F909ADA3E693}" presName="Name37" presStyleLbl="parChTrans1D2" presStyleIdx="5" presStyleCnt="6"/>
      <dgm:spPr/>
    </dgm:pt>
    <dgm:pt modelId="{28A2FC6A-428A-E841-BD1E-6D4C123A64AA}" type="pres">
      <dgm:prSet presAssocID="{EFFD471B-E735-AB40-ADDF-9FA3D538128A}" presName="hierRoot2" presStyleCnt="0">
        <dgm:presLayoutVars>
          <dgm:hierBranch val="init"/>
        </dgm:presLayoutVars>
      </dgm:prSet>
      <dgm:spPr/>
    </dgm:pt>
    <dgm:pt modelId="{03A7FFFF-1348-B447-9E93-522AB777F50B}" type="pres">
      <dgm:prSet presAssocID="{EFFD471B-E735-AB40-ADDF-9FA3D538128A}" presName="rootComposite" presStyleCnt="0"/>
      <dgm:spPr/>
    </dgm:pt>
    <dgm:pt modelId="{CB2B0805-D6A2-D04B-8072-765C4B22D6EC}" type="pres">
      <dgm:prSet presAssocID="{EFFD471B-E735-AB40-ADDF-9FA3D538128A}" presName="rootText" presStyleLbl="node2" presStyleIdx="5" presStyleCnt="6" custLinFactY="-13573" custLinFactNeighborX="-13824" custLinFactNeighborY="-100000">
        <dgm:presLayoutVars>
          <dgm:chPref val="3"/>
        </dgm:presLayoutVars>
      </dgm:prSet>
      <dgm:spPr>
        <a:xfrm>
          <a:off x="6515860" y="1364073"/>
          <a:ext cx="1101769" cy="550884"/>
        </a:xfrm>
        <a:prstGeom prst="rect">
          <a:avLst/>
        </a:prstGeom>
      </dgm:spPr>
    </dgm:pt>
    <dgm:pt modelId="{9864AB97-63EF-9049-91ED-9AE3949BF29A}" type="pres">
      <dgm:prSet presAssocID="{EFFD471B-E735-AB40-ADDF-9FA3D538128A}" presName="rootConnector" presStyleLbl="node2" presStyleIdx="5" presStyleCnt="6"/>
      <dgm:spPr/>
    </dgm:pt>
    <dgm:pt modelId="{F50A590F-2B9E-F04C-9AD9-3CFBC654A398}" type="pres">
      <dgm:prSet presAssocID="{EFFD471B-E735-AB40-ADDF-9FA3D538128A}" presName="hierChild4" presStyleCnt="0"/>
      <dgm:spPr/>
    </dgm:pt>
    <dgm:pt modelId="{EA97A41F-BE0F-BF43-A9B3-586426392259}" type="pres">
      <dgm:prSet presAssocID="{EFFD471B-E735-AB40-ADDF-9FA3D538128A}" presName="hierChild5" presStyleCnt="0"/>
      <dgm:spPr/>
    </dgm:pt>
    <dgm:pt modelId="{2FA68EE8-387A-4D17-94D3-77E983B4C338}" type="pres">
      <dgm:prSet presAssocID="{BD1D93D5-87CE-4DA6-AA5A-EDDDC49AD240}" presName="hierChild3" presStyleCnt="0"/>
      <dgm:spPr/>
    </dgm:pt>
  </dgm:ptLst>
  <dgm:cxnLst>
    <dgm:cxn modelId="{D045820A-4E37-42DE-93B2-9B662E6197B6}" srcId="{BD1D93D5-87CE-4DA6-AA5A-EDDDC49AD240}" destId="{6ADC2FB2-51A5-4EAF-87D4-CB4C0CF6ECE4}" srcOrd="4" destOrd="0" parTransId="{17DE39DC-2D30-4366-9141-AFCD4A5462A7}" sibTransId="{118EAFCA-BE6A-4546-9381-874AB2B7C50E}"/>
    <dgm:cxn modelId="{8B9E100F-F64E-4C02-A7AA-F1598E6C5580}" srcId="{877A9A4A-9271-407E-AAFE-B11CC14276B2}" destId="{BD1D93D5-87CE-4DA6-AA5A-EDDDC49AD240}" srcOrd="0" destOrd="0" parTransId="{9E17236C-05A4-417B-BAAA-2DF4E409AC60}" sibTransId="{D019C7B5-77FA-479A-BFAA-5796E7812343}"/>
    <dgm:cxn modelId="{C7C7AA2A-86CA-4F52-9679-1AB29627C435}" type="presOf" srcId="{17DE39DC-2D30-4366-9141-AFCD4A5462A7}" destId="{C4D6235D-5AE3-47AA-8E63-6C5025F4867A}" srcOrd="0" destOrd="0" presId="urn:microsoft.com/office/officeart/2005/8/layout/orgChart1"/>
    <dgm:cxn modelId="{EE94402C-72CD-46E9-9935-BAEB9B322CF0}" type="presOf" srcId="{6ADC2FB2-51A5-4EAF-87D4-CB4C0CF6ECE4}" destId="{5362A8F3-F3DC-4C98-99D3-94D00CDA2C4E}" srcOrd="0" destOrd="0" presId="urn:microsoft.com/office/officeart/2005/8/layout/orgChart1"/>
    <dgm:cxn modelId="{17885030-1B46-497A-8AA3-46F6CDC50BCC}" type="presOf" srcId="{FABE3AE3-710A-4C59-8FB5-A7E64932EFDE}" destId="{2D7D23C9-C653-4CEC-83B6-DE21C606D8DE}" srcOrd="0" destOrd="0" presId="urn:microsoft.com/office/officeart/2005/8/layout/orgChart1"/>
    <dgm:cxn modelId="{BE8AAC38-40D9-EB4A-8005-7F52D18CFB2D}" type="presOf" srcId="{EFFD471B-E735-AB40-ADDF-9FA3D538128A}" destId="{9864AB97-63EF-9049-91ED-9AE3949BF29A}" srcOrd="1" destOrd="0" presId="urn:microsoft.com/office/officeart/2005/8/layout/orgChart1"/>
    <dgm:cxn modelId="{85660E60-EE8E-B34E-92EB-C3C75AA3FF01}" type="presOf" srcId="{1E67CE1F-8D54-BD40-99A3-F909ADA3E693}" destId="{4060575B-45D6-2344-A38F-35E75CCBD220}" srcOrd="0" destOrd="0" presId="urn:microsoft.com/office/officeart/2005/8/layout/orgChart1"/>
    <dgm:cxn modelId="{23AAA263-3D3B-4BFA-AD79-5700CED5DE97}" type="presOf" srcId="{7AE6BB59-54E0-4FAD-BEBA-E7A1C60ECD89}" destId="{FD18C4A9-38B7-4DCE-AA3A-E7695D4A6F0D}" srcOrd="0" destOrd="0" presId="urn:microsoft.com/office/officeart/2005/8/layout/orgChart1"/>
    <dgm:cxn modelId="{97B2DA63-A511-4670-92AC-5ED08986DBFB}" type="presOf" srcId="{82B9712A-01CB-4B4B-82F5-4BF0F3B6CE72}" destId="{28C5B842-D88D-4989-9D56-657A528095E1}" srcOrd="1" destOrd="0" presId="urn:microsoft.com/office/officeart/2005/8/layout/orgChart1"/>
    <dgm:cxn modelId="{BBB4FA50-4B08-4A88-89C0-54DF67217D05}" srcId="{BD1D93D5-87CE-4DA6-AA5A-EDDDC49AD240}" destId="{FABE3AE3-710A-4C59-8FB5-A7E64932EFDE}" srcOrd="3" destOrd="0" parTransId="{7AE6BB59-54E0-4FAD-BEBA-E7A1C60ECD89}" sibTransId="{A57A5380-4EBC-4FD2-B88D-115258939F38}"/>
    <dgm:cxn modelId="{176F4255-1B46-574B-9502-220909BA1458}" srcId="{BD1D93D5-87CE-4DA6-AA5A-EDDDC49AD240}" destId="{EFFD471B-E735-AB40-ADDF-9FA3D538128A}" srcOrd="5" destOrd="0" parTransId="{1E67CE1F-8D54-BD40-99A3-F909ADA3E693}" sibTransId="{DA51D155-97EF-7C4C-A3C8-F6C0629114B8}"/>
    <dgm:cxn modelId="{40E3CC7F-1CA7-4911-8A44-68B41E2228D9}" type="presOf" srcId="{2F298DA2-2D13-47A8-B071-6A8DF7AEC775}" destId="{BB0A6F34-D334-4D60-AB8D-DFB4C0069565}" srcOrd="0" destOrd="0" presId="urn:microsoft.com/office/officeart/2005/8/layout/orgChart1"/>
    <dgm:cxn modelId="{09D0B589-A75C-4B36-9FE1-029190FF0A1D}" type="presOf" srcId="{5A8EC495-0759-4CC3-9079-02C7102A8A89}" destId="{6D84B940-5599-49AB-B1A9-FB9D3A9EC3B3}" srcOrd="1" destOrd="0" presId="urn:microsoft.com/office/officeart/2005/8/layout/orgChart1"/>
    <dgm:cxn modelId="{BC55599E-B513-4708-A228-AE04323911EC}" srcId="{BD1D93D5-87CE-4DA6-AA5A-EDDDC49AD240}" destId="{989CC2F1-E49F-4810-B60E-5B9426361D7B}" srcOrd="1" destOrd="0" parTransId="{2F298DA2-2D13-47A8-B071-6A8DF7AEC775}" sibTransId="{EA4BF799-DAEE-4EB8-842D-94EF8F4FBB81}"/>
    <dgm:cxn modelId="{8ACE71AF-9D44-4F48-A821-D66D5183D9B8}" type="presOf" srcId="{5A8EC495-0759-4CC3-9079-02C7102A8A89}" destId="{06F612F9-B2D0-486C-A17C-22E7C29F931B}" srcOrd="0" destOrd="0" presId="urn:microsoft.com/office/officeart/2005/8/layout/orgChart1"/>
    <dgm:cxn modelId="{CE3FEAB3-28F7-448D-AE54-480D29DC80F9}" type="presOf" srcId="{82B9712A-01CB-4B4B-82F5-4BF0F3B6CE72}" destId="{3262872D-65E1-4C22-B172-61A5DC82B85B}" srcOrd="0" destOrd="0" presId="urn:microsoft.com/office/officeart/2005/8/layout/orgChart1"/>
    <dgm:cxn modelId="{96989ABB-5341-4557-B964-E451A754419A}" type="presOf" srcId="{BD1D93D5-87CE-4DA6-AA5A-EDDDC49AD240}" destId="{A1DC2129-A0D6-4992-9106-D74ADDC8BAE0}" srcOrd="0" destOrd="0" presId="urn:microsoft.com/office/officeart/2005/8/layout/orgChart1"/>
    <dgm:cxn modelId="{6A69ECC0-862F-432E-A364-1B32F82D6D6E}" type="presOf" srcId="{E44FD9F1-8BBF-4CDC-BDA0-CA0F233B6D24}" destId="{E4D90C85-52A9-4E24-A717-8A5C88A1E1AD}" srcOrd="0" destOrd="0" presId="urn:microsoft.com/office/officeart/2005/8/layout/orgChart1"/>
    <dgm:cxn modelId="{215E8CD2-EB35-40C8-A974-7DBB1A51E4C3}" type="presOf" srcId="{877A9A4A-9271-407E-AAFE-B11CC14276B2}" destId="{56E5DB16-3ADB-444C-B312-B4DE231F9F1A}" srcOrd="0" destOrd="0" presId="urn:microsoft.com/office/officeart/2005/8/layout/orgChart1"/>
    <dgm:cxn modelId="{E6DC7BD4-D0DA-4924-BC38-8162B1188176}" srcId="{BD1D93D5-87CE-4DA6-AA5A-EDDDC49AD240}" destId="{5A8EC495-0759-4CC3-9079-02C7102A8A89}" srcOrd="2" destOrd="0" parTransId="{E44FD9F1-8BBF-4CDC-BDA0-CA0F233B6D24}" sibTransId="{6713FBE5-FD5A-4C14-A301-74101B6EF5A8}"/>
    <dgm:cxn modelId="{D7B407DF-785C-488D-9052-FDE04D0CF581}" type="presOf" srcId="{BD1D93D5-87CE-4DA6-AA5A-EDDDC49AD240}" destId="{DC2E7C9A-C109-4F24-B4C2-550E41E1DB9D}" srcOrd="1" destOrd="0" presId="urn:microsoft.com/office/officeart/2005/8/layout/orgChart1"/>
    <dgm:cxn modelId="{3A8BAAEA-CB46-4680-B507-BECB837F8726}" type="presOf" srcId="{6ADC2FB2-51A5-4EAF-87D4-CB4C0CF6ECE4}" destId="{F720125F-03A4-4653-AE3F-1B1DB00C4F55}" srcOrd="1" destOrd="0" presId="urn:microsoft.com/office/officeart/2005/8/layout/orgChart1"/>
    <dgm:cxn modelId="{42670DEC-F2FF-48CA-8397-7029D3E9F7B3}" type="presOf" srcId="{FABE3AE3-710A-4C59-8FB5-A7E64932EFDE}" destId="{162C02B0-4FC9-4D7A-9F3D-5D4B11F825A5}" srcOrd="1" destOrd="0" presId="urn:microsoft.com/office/officeart/2005/8/layout/orgChart1"/>
    <dgm:cxn modelId="{E33D8BF5-952A-F941-9E3A-2013EA03B75A}" type="presOf" srcId="{EFFD471B-E735-AB40-ADDF-9FA3D538128A}" destId="{CB2B0805-D6A2-D04B-8072-765C4B22D6EC}" srcOrd="0" destOrd="0" presId="urn:microsoft.com/office/officeart/2005/8/layout/orgChart1"/>
    <dgm:cxn modelId="{CE352CF8-309D-4903-A3CF-CB5164DFF7FF}" type="presOf" srcId="{113134D7-9859-4824-9FAF-796442F35A24}" destId="{560437BF-2B60-42C2-898A-46AE48E5DFAE}" srcOrd="0" destOrd="0" presId="urn:microsoft.com/office/officeart/2005/8/layout/orgChart1"/>
    <dgm:cxn modelId="{092EF6F9-E5F8-4AC7-83CB-6E8CC423776B}" type="presOf" srcId="{989CC2F1-E49F-4810-B60E-5B9426361D7B}" destId="{0AEAE710-4DE9-421B-8CA2-F552A6071357}" srcOrd="0" destOrd="0" presId="urn:microsoft.com/office/officeart/2005/8/layout/orgChart1"/>
    <dgm:cxn modelId="{45B4E6FE-83C4-40CE-B0E1-BBEF41A0BA97}" srcId="{BD1D93D5-87CE-4DA6-AA5A-EDDDC49AD240}" destId="{82B9712A-01CB-4B4B-82F5-4BF0F3B6CE72}" srcOrd="0" destOrd="0" parTransId="{113134D7-9859-4824-9FAF-796442F35A24}" sibTransId="{6946C160-BAC4-461F-97F8-C747BB13F1C8}"/>
    <dgm:cxn modelId="{B902C2FF-8086-4B92-A070-FC9BD80BC252}" type="presOf" srcId="{989CC2F1-E49F-4810-B60E-5B9426361D7B}" destId="{10CCD92E-010F-41DE-B0A6-6EB8C9CF6260}" srcOrd="1" destOrd="0" presId="urn:microsoft.com/office/officeart/2005/8/layout/orgChart1"/>
    <dgm:cxn modelId="{C42D88DB-20C5-4BF5-947F-C468B3B1A4E8}" type="presParOf" srcId="{56E5DB16-3ADB-444C-B312-B4DE231F9F1A}" destId="{6E38A05B-FD97-432E-8B4A-4539652AEB3A}" srcOrd="0" destOrd="0" presId="urn:microsoft.com/office/officeart/2005/8/layout/orgChart1"/>
    <dgm:cxn modelId="{4D934F1F-F158-4FCA-AD36-C147AE37A6ED}" type="presParOf" srcId="{6E38A05B-FD97-432E-8B4A-4539652AEB3A}" destId="{BD304C60-9D9E-499A-AD1B-A09CE446F64D}" srcOrd="0" destOrd="0" presId="urn:microsoft.com/office/officeart/2005/8/layout/orgChart1"/>
    <dgm:cxn modelId="{E18078CA-3563-4EC1-8C4C-CF2B8627BA4E}" type="presParOf" srcId="{BD304C60-9D9E-499A-AD1B-A09CE446F64D}" destId="{A1DC2129-A0D6-4992-9106-D74ADDC8BAE0}" srcOrd="0" destOrd="0" presId="urn:microsoft.com/office/officeart/2005/8/layout/orgChart1"/>
    <dgm:cxn modelId="{03BEEB68-B904-4C56-8B4D-072D7D20D260}" type="presParOf" srcId="{BD304C60-9D9E-499A-AD1B-A09CE446F64D}" destId="{DC2E7C9A-C109-4F24-B4C2-550E41E1DB9D}" srcOrd="1" destOrd="0" presId="urn:microsoft.com/office/officeart/2005/8/layout/orgChart1"/>
    <dgm:cxn modelId="{8B279044-0B63-41F3-B781-DADD7D2D6D44}" type="presParOf" srcId="{6E38A05B-FD97-432E-8B4A-4539652AEB3A}" destId="{1CDA1321-7C0E-456A-8EA6-70DC9BF624E1}" srcOrd="1" destOrd="0" presId="urn:microsoft.com/office/officeart/2005/8/layout/orgChart1"/>
    <dgm:cxn modelId="{B010368E-0F65-44EC-9AED-AFFDB57FCB4D}" type="presParOf" srcId="{1CDA1321-7C0E-456A-8EA6-70DC9BF624E1}" destId="{560437BF-2B60-42C2-898A-46AE48E5DFAE}" srcOrd="0" destOrd="0" presId="urn:microsoft.com/office/officeart/2005/8/layout/orgChart1"/>
    <dgm:cxn modelId="{2A304671-F3A6-4678-800C-83193DA2FD83}" type="presParOf" srcId="{1CDA1321-7C0E-456A-8EA6-70DC9BF624E1}" destId="{E84F9707-DB32-4ED4-82EC-0F7FAC8DB82E}" srcOrd="1" destOrd="0" presId="urn:microsoft.com/office/officeart/2005/8/layout/orgChart1"/>
    <dgm:cxn modelId="{7E096A5E-693B-4F6B-AD02-91B23FA7CA96}" type="presParOf" srcId="{E84F9707-DB32-4ED4-82EC-0F7FAC8DB82E}" destId="{A66D0035-FFB5-465F-98DC-8BEEEC9EDF45}" srcOrd="0" destOrd="0" presId="urn:microsoft.com/office/officeart/2005/8/layout/orgChart1"/>
    <dgm:cxn modelId="{CC24EC31-25BB-47C1-A2F5-6354C6A51661}" type="presParOf" srcId="{A66D0035-FFB5-465F-98DC-8BEEEC9EDF45}" destId="{3262872D-65E1-4C22-B172-61A5DC82B85B}" srcOrd="0" destOrd="0" presId="urn:microsoft.com/office/officeart/2005/8/layout/orgChart1"/>
    <dgm:cxn modelId="{D0CF069D-F2A2-47D5-9B30-97E8A58CED12}" type="presParOf" srcId="{A66D0035-FFB5-465F-98DC-8BEEEC9EDF45}" destId="{28C5B842-D88D-4989-9D56-657A528095E1}" srcOrd="1" destOrd="0" presId="urn:microsoft.com/office/officeart/2005/8/layout/orgChart1"/>
    <dgm:cxn modelId="{7091D47B-B693-40EB-BEBA-5EB79541B2FF}" type="presParOf" srcId="{E84F9707-DB32-4ED4-82EC-0F7FAC8DB82E}" destId="{2E6197A3-AE94-4014-A1E4-D1B679BB413F}" srcOrd="1" destOrd="0" presId="urn:microsoft.com/office/officeart/2005/8/layout/orgChart1"/>
    <dgm:cxn modelId="{71918793-254B-4201-A1FC-CBB9642A967D}" type="presParOf" srcId="{E84F9707-DB32-4ED4-82EC-0F7FAC8DB82E}" destId="{997BFCA9-3CE6-4721-8ABD-CC25B8815228}" srcOrd="2" destOrd="0" presId="urn:microsoft.com/office/officeart/2005/8/layout/orgChart1"/>
    <dgm:cxn modelId="{B8CC4573-ED77-4CD7-8CC7-CBAA6BE8C619}" type="presParOf" srcId="{1CDA1321-7C0E-456A-8EA6-70DC9BF624E1}" destId="{BB0A6F34-D334-4D60-AB8D-DFB4C0069565}" srcOrd="2" destOrd="0" presId="urn:microsoft.com/office/officeart/2005/8/layout/orgChart1"/>
    <dgm:cxn modelId="{512EFF4D-1664-4358-9665-C7A96AE069E0}" type="presParOf" srcId="{1CDA1321-7C0E-456A-8EA6-70DC9BF624E1}" destId="{3EA5C452-4277-43D7-8C17-E0FCB43B188E}" srcOrd="3" destOrd="0" presId="urn:microsoft.com/office/officeart/2005/8/layout/orgChart1"/>
    <dgm:cxn modelId="{79CBBB61-7051-4522-A604-405FD9853B14}" type="presParOf" srcId="{3EA5C452-4277-43D7-8C17-E0FCB43B188E}" destId="{6EE9B526-8930-4983-A8AB-88834A9D8FEE}" srcOrd="0" destOrd="0" presId="urn:microsoft.com/office/officeart/2005/8/layout/orgChart1"/>
    <dgm:cxn modelId="{895DEC74-75CC-4937-8D37-050A399B3A9A}" type="presParOf" srcId="{6EE9B526-8930-4983-A8AB-88834A9D8FEE}" destId="{0AEAE710-4DE9-421B-8CA2-F552A6071357}" srcOrd="0" destOrd="0" presId="urn:microsoft.com/office/officeart/2005/8/layout/orgChart1"/>
    <dgm:cxn modelId="{7A7BEBD4-DC78-423B-9978-9F5B23075366}" type="presParOf" srcId="{6EE9B526-8930-4983-A8AB-88834A9D8FEE}" destId="{10CCD92E-010F-41DE-B0A6-6EB8C9CF6260}" srcOrd="1" destOrd="0" presId="urn:microsoft.com/office/officeart/2005/8/layout/orgChart1"/>
    <dgm:cxn modelId="{3AAC23C8-7723-4EC3-A71D-2CCF0B2840F3}" type="presParOf" srcId="{3EA5C452-4277-43D7-8C17-E0FCB43B188E}" destId="{79ADBAF4-17DF-4E71-8DA7-D64381CF6470}" srcOrd="1" destOrd="0" presId="urn:microsoft.com/office/officeart/2005/8/layout/orgChart1"/>
    <dgm:cxn modelId="{CB04B380-1DAF-4C2F-8418-AFA189C33352}" type="presParOf" srcId="{3EA5C452-4277-43D7-8C17-E0FCB43B188E}" destId="{A06DDBD5-31B7-4639-B3E8-B580F42F238E}" srcOrd="2" destOrd="0" presId="urn:microsoft.com/office/officeart/2005/8/layout/orgChart1"/>
    <dgm:cxn modelId="{242C0797-EB26-4D1C-9B2A-637D9747541B}" type="presParOf" srcId="{1CDA1321-7C0E-456A-8EA6-70DC9BF624E1}" destId="{E4D90C85-52A9-4E24-A717-8A5C88A1E1AD}" srcOrd="4" destOrd="0" presId="urn:microsoft.com/office/officeart/2005/8/layout/orgChart1"/>
    <dgm:cxn modelId="{E5F8DFC1-DE26-4BA3-9675-74602AA333E0}" type="presParOf" srcId="{1CDA1321-7C0E-456A-8EA6-70DC9BF624E1}" destId="{6C44E0E1-00F7-443F-81ED-F7135F82C021}" srcOrd="5" destOrd="0" presId="urn:microsoft.com/office/officeart/2005/8/layout/orgChart1"/>
    <dgm:cxn modelId="{E9E8590D-7F68-4041-862B-7D6A61D19860}" type="presParOf" srcId="{6C44E0E1-00F7-443F-81ED-F7135F82C021}" destId="{776F38CC-DBAE-44FD-A099-6AE75804339A}" srcOrd="0" destOrd="0" presId="urn:microsoft.com/office/officeart/2005/8/layout/orgChart1"/>
    <dgm:cxn modelId="{872C7257-598D-429C-9438-13BF5BB7BB45}" type="presParOf" srcId="{776F38CC-DBAE-44FD-A099-6AE75804339A}" destId="{06F612F9-B2D0-486C-A17C-22E7C29F931B}" srcOrd="0" destOrd="0" presId="urn:microsoft.com/office/officeart/2005/8/layout/orgChart1"/>
    <dgm:cxn modelId="{20C3543E-3688-4599-A0A2-8EC39779BE48}" type="presParOf" srcId="{776F38CC-DBAE-44FD-A099-6AE75804339A}" destId="{6D84B940-5599-49AB-B1A9-FB9D3A9EC3B3}" srcOrd="1" destOrd="0" presId="urn:microsoft.com/office/officeart/2005/8/layout/orgChart1"/>
    <dgm:cxn modelId="{1E035BD7-E549-42DA-AFFF-8F981247AD23}" type="presParOf" srcId="{6C44E0E1-00F7-443F-81ED-F7135F82C021}" destId="{D03ED634-5EC8-4539-A6DD-8CC2991966DC}" srcOrd="1" destOrd="0" presId="urn:microsoft.com/office/officeart/2005/8/layout/orgChart1"/>
    <dgm:cxn modelId="{AD1E0A6F-9628-45DE-8CA5-82FDDC405F42}" type="presParOf" srcId="{6C44E0E1-00F7-443F-81ED-F7135F82C021}" destId="{68C8866D-FF2C-474F-A0B1-695B2FA2B536}" srcOrd="2" destOrd="0" presId="urn:microsoft.com/office/officeart/2005/8/layout/orgChart1"/>
    <dgm:cxn modelId="{CB739ED6-1497-4AC7-875B-67B40936C3C2}" type="presParOf" srcId="{1CDA1321-7C0E-456A-8EA6-70DC9BF624E1}" destId="{FD18C4A9-38B7-4DCE-AA3A-E7695D4A6F0D}" srcOrd="6" destOrd="0" presId="urn:microsoft.com/office/officeart/2005/8/layout/orgChart1"/>
    <dgm:cxn modelId="{54883609-9AB5-472C-9065-9C7E0E5B0C2A}" type="presParOf" srcId="{1CDA1321-7C0E-456A-8EA6-70DC9BF624E1}" destId="{7238EC81-D879-4114-B5BD-1E82FEA981F2}" srcOrd="7" destOrd="0" presId="urn:microsoft.com/office/officeart/2005/8/layout/orgChart1"/>
    <dgm:cxn modelId="{F4556B81-2165-478A-A31E-C9394B66F1CB}" type="presParOf" srcId="{7238EC81-D879-4114-B5BD-1E82FEA981F2}" destId="{EF922408-F506-44FE-9D27-890833B6DEEA}" srcOrd="0" destOrd="0" presId="urn:microsoft.com/office/officeart/2005/8/layout/orgChart1"/>
    <dgm:cxn modelId="{8BDCA0F6-22C2-4B95-BC3B-44E7F27089CC}" type="presParOf" srcId="{EF922408-F506-44FE-9D27-890833B6DEEA}" destId="{2D7D23C9-C653-4CEC-83B6-DE21C606D8DE}" srcOrd="0" destOrd="0" presId="urn:microsoft.com/office/officeart/2005/8/layout/orgChart1"/>
    <dgm:cxn modelId="{5DC4F569-298F-4E87-B275-3359449C5A10}" type="presParOf" srcId="{EF922408-F506-44FE-9D27-890833B6DEEA}" destId="{162C02B0-4FC9-4D7A-9F3D-5D4B11F825A5}" srcOrd="1" destOrd="0" presId="urn:microsoft.com/office/officeart/2005/8/layout/orgChart1"/>
    <dgm:cxn modelId="{58180337-2731-4D17-9925-92DA3A4B0909}" type="presParOf" srcId="{7238EC81-D879-4114-B5BD-1E82FEA981F2}" destId="{28EEA7DB-5926-4951-83CD-6CA8CC063B6A}" srcOrd="1" destOrd="0" presId="urn:microsoft.com/office/officeart/2005/8/layout/orgChart1"/>
    <dgm:cxn modelId="{0E3510EC-8EE1-4024-9839-3BD753AF7AA3}" type="presParOf" srcId="{7238EC81-D879-4114-B5BD-1E82FEA981F2}" destId="{F9C1F899-7316-456E-91FB-6905A954D0C7}" srcOrd="2" destOrd="0" presId="urn:microsoft.com/office/officeart/2005/8/layout/orgChart1"/>
    <dgm:cxn modelId="{C76B6DB0-41E4-40C7-A2C3-DB60DEF757AE}" type="presParOf" srcId="{1CDA1321-7C0E-456A-8EA6-70DC9BF624E1}" destId="{C4D6235D-5AE3-47AA-8E63-6C5025F4867A}" srcOrd="8" destOrd="0" presId="urn:microsoft.com/office/officeart/2005/8/layout/orgChart1"/>
    <dgm:cxn modelId="{6772C2FE-E629-4BA7-BA41-4567AE7E127D}" type="presParOf" srcId="{1CDA1321-7C0E-456A-8EA6-70DC9BF624E1}" destId="{098CA7FE-8649-4C5C-89E1-FF8490ACD884}" srcOrd="9" destOrd="0" presId="urn:microsoft.com/office/officeart/2005/8/layout/orgChart1"/>
    <dgm:cxn modelId="{43736220-B88F-41CA-B028-B56FCDDAB8CA}" type="presParOf" srcId="{098CA7FE-8649-4C5C-89E1-FF8490ACD884}" destId="{61CE567C-CF47-4F80-9A61-1CD09E8A1700}" srcOrd="0" destOrd="0" presId="urn:microsoft.com/office/officeart/2005/8/layout/orgChart1"/>
    <dgm:cxn modelId="{AC041401-E0BD-43D0-8AE3-07779467C4FC}" type="presParOf" srcId="{61CE567C-CF47-4F80-9A61-1CD09E8A1700}" destId="{5362A8F3-F3DC-4C98-99D3-94D00CDA2C4E}" srcOrd="0" destOrd="0" presId="urn:microsoft.com/office/officeart/2005/8/layout/orgChart1"/>
    <dgm:cxn modelId="{A6396B0E-F6A2-46E4-B98C-00B2683324CA}" type="presParOf" srcId="{61CE567C-CF47-4F80-9A61-1CD09E8A1700}" destId="{F720125F-03A4-4653-AE3F-1B1DB00C4F55}" srcOrd="1" destOrd="0" presId="urn:microsoft.com/office/officeart/2005/8/layout/orgChart1"/>
    <dgm:cxn modelId="{2A204E75-35A5-4C95-AE06-D7AD7A080284}" type="presParOf" srcId="{098CA7FE-8649-4C5C-89E1-FF8490ACD884}" destId="{30B388D1-797A-45F9-BA27-6EBED4FF1756}" srcOrd="1" destOrd="0" presId="urn:microsoft.com/office/officeart/2005/8/layout/orgChart1"/>
    <dgm:cxn modelId="{77E9579F-2CA7-45C3-B203-E7E31C4A8C6A}" type="presParOf" srcId="{098CA7FE-8649-4C5C-89E1-FF8490ACD884}" destId="{D9E33013-36D0-427A-B133-6B009A933B8D}" srcOrd="2" destOrd="0" presId="urn:microsoft.com/office/officeart/2005/8/layout/orgChart1"/>
    <dgm:cxn modelId="{2D67FAB0-4C95-3149-ADF4-E8D8F22287B9}" type="presParOf" srcId="{1CDA1321-7C0E-456A-8EA6-70DC9BF624E1}" destId="{4060575B-45D6-2344-A38F-35E75CCBD220}" srcOrd="10" destOrd="0" presId="urn:microsoft.com/office/officeart/2005/8/layout/orgChart1"/>
    <dgm:cxn modelId="{7DCD9485-4F70-CD4C-971B-3F823EE7769A}" type="presParOf" srcId="{1CDA1321-7C0E-456A-8EA6-70DC9BF624E1}" destId="{28A2FC6A-428A-E841-BD1E-6D4C123A64AA}" srcOrd="11" destOrd="0" presId="urn:microsoft.com/office/officeart/2005/8/layout/orgChart1"/>
    <dgm:cxn modelId="{EA4D1E84-D76C-7148-B2CC-B0C11A2D2C68}" type="presParOf" srcId="{28A2FC6A-428A-E841-BD1E-6D4C123A64AA}" destId="{03A7FFFF-1348-B447-9E93-522AB777F50B}" srcOrd="0" destOrd="0" presId="urn:microsoft.com/office/officeart/2005/8/layout/orgChart1"/>
    <dgm:cxn modelId="{DFE614FC-E1C4-8949-88FF-3BA675D66456}" type="presParOf" srcId="{03A7FFFF-1348-B447-9E93-522AB777F50B}" destId="{CB2B0805-D6A2-D04B-8072-765C4B22D6EC}" srcOrd="0" destOrd="0" presId="urn:microsoft.com/office/officeart/2005/8/layout/orgChart1"/>
    <dgm:cxn modelId="{D40C5F0B-4CD9-604F-A3DB-E68A12D5A021}" type="presParOf" srcId="{03A7FFFF-1348-B447-9E93-522AB777F50B}" destId="{9864AB97-63EF-9049-91ED-9AE3949BF29A}" srcOrd="1" destOrd="0" presId="urn:microsoft.com/office/officeart/2005/8/layout/orgChart1"/>
    <dgm:cxn modelId="{1B1698BC-27DF-0246-97A8-AB94186FA005}" type="presParOf" srcId="{28A2FC6A-428A-E841-BD1E-6D4C123A64AA}" destId="{F50A590F-2B9E-F04C-9AD9-3CFBC654A398}" srcOrd="1" destOrd="0" presId="urn:microsoft.com/office/officeart/2005/8/layout/orgChart1"/>
    <dgm:cxn modelId="{6C4338ED-FE3F-DF4A-8849-5D0549211B62}" type="presParOf" srcId="{28A2FC6A-428A-E841-BD1E-6D4C123A64AA}" destId="{EA97A41F-BE0F-BF43-A9B3-586426392259}" srcOrd="2" destOrd="0" presId="urn:microsoft.com/office/officeart/2005/8/layout/orgChart1"/>
    <dgm:cxn modelId="{9AA740FC-92A2-4DFF-87E0-A9DEE7C6C73A}" type="presParOf" srcId="{6E38A05B-FD97-432E-8B4A-4539652AEB3A}" destId="{2FA68EE8-387A-4D17-94D3-77E983B4C338}"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11F2E3-9DEB-45C2-8241-6B23DE7ED947}">
      <dsp:nvSpPr>
        <dsp:cNvPr id="0" name=""/>
        <dsp:cNvSpPr/>
      </dsp:nvSpPr>
      <dsp:spPr>
        <a:xfrm>
          <a:off x="0" y="832096"/>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rPr>
            <a:t>Adrienne Alexander</a:t>
          </a:r>
        </a:p>
        <a:p>
          <a:pPr marL="0" lvl="0" indent="0" algn="ctr" defTabSz="800100">
            <a:lnSpc>
              <a:spcPct val="100000"/>
            </a:lnSpc>
            <a:spcBef>
              <a:spcPct val="0"/>
            </a:spcBef>
            <a:spcAft>
              <a:spcPts val="800"/>
            </a:spcAft>
            <a:buNone/>
          </a:pPr>
          <a:r>
            <a:rPr lang="en-US" sz="1400" i="0" kern="1200" dirty="0">
              <a:latin typeface="+mn-lt"/>
            </a:rPr>
            <a:t>Analyst </a:t>
          </a:r>
        </a:p>
        <a:p>
          <a:pPr marL="0" lvl="0" indent="0" algn="ctr" defTabSz="800100">
            <a:lnSpc>
              <a:spcPct val="100000"/>
            </a:lnSpc>
            <a:spcBef>
              <a:spcPct val="0"/>
            </a:spcBef>
            <a:spcAft>
              <a:spcPts val="800"/>
            </a:spcAft>
            <a:buNone/>
          </a:pPr>
          <a:r>
            <a:rPr lang="en-US" sz="1400" i="0" kern="1200" dirty="0">
              <a:latin typeface="+mn-lt"/>
            </a:rPr>
            <a:t>Infra. Process, Tools, &amp; Automation</a:t>
          </a:r>
        </a:p>
      </dsp:txBody>
      <dsp:txXfrm>
        <a:off x="0" y="832096"/>
        <a:ext cx="2407136" cy="1444281"/>
      </dsp:txXfrm>
    </dsp:sp>
    <dsp:sp modelId="{2EFE799C-199F-4DAB-A86D-72C84BA35D2D}">
      <dsp:nvSpPr>
        <dsp:cNvPr id="0" name=""/>
        <dsp:cNvSpPr/>
      </dsp:nvSpPr>
      <dsp:spPr>
        <a:xfrm>
          <a:off x="2647850" y="832096"/>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ea typeface="+mn-ea"/>
              <a:cs typeface="+mn-cs"/>
            </a:rPr>
            <a:t>Harold Arnold</a:t>
          </a:r>
        </a:p>
        <a:p>
          <a:pPr marL="0" lvl="0" indent="0" algn="ctr" defTabSz="800100">
            <a:lnSpc>
              <a:spcPct val="100000"/>
            </a:lnSpc>
            <a:spcBef>
              <a:spcPct val="0"/>
            </a:spcBef>
            <a:spcAft>
              <a:spcPts val="800"/>
            </a:spcAft>
            <a:buNone/>
          </a:pPr>
          <a:r>
            <a:rPr lang="en-US" sz="1400" kern="1200" dirty="0">
              <a:latin typeface="Congenial"/>
              <a:ea typeface="+mn-ea"/>
              <a:cs typeface="+mn-cs"/>
            </a:rPr>
            <a:t>Supervisor</a:t>
          </a:r>
        </a:p>
        <a:p>
          <a:pPr marL="0" lvl="0" indent="0" algn="ctr" defTabSz="800100">
            <a:lnSpc>
              <a:spcPct val="100000"/>
            </a:lnSpc>
            <a:spcBef>
              <a:spcPct val="0"/>
            </a:spcBef>
            <a:spcAft>
              <a:spcPts val="800"/>
            </a:spcAft>
            <a:buNone/>
          </a:pPr>
          <a:r>
            <a:rPr lang="en-US" sz="1400" kern="1200" dirty="0">
              <a:latin typeface="Congenial"/>
              <a:ea typeface="Calibri"/>
              <a:cs typeface="Calibri"/>
            </a:rPr>
            <a:t>Network Services Data Analytics</a:t>
          </a:r>
          <a:endParaRPr lang="en-US" sz="1400" kern="1200" dirty="0">
            <a:latin typeface="Congenial"/>
            <a:ea typeface="+mn-ea"/>
            <a:cs typeface="+mn-cs"/>
          </a:endParaRPr>
        </a:p>
      </dsp:txBody>
      <dsp:txXfrm>
        <a:off x="2647850" y="832096"/>
        <a:ext cx="2407136" cy="1444281"/>
      </dsp:txXfrm>
    </dsp:sp>
    <dsp:sp modelId="{4AB9F1C0-F485-4123-BF48-30FEC79B00E8}">
      <dsp:nvSpPr>
        <dsp:cNvPr id="0" name=""/>
        <dsp:cNvSpPr/>
      </dsp:nvSpPr>
      <dsp:spPr>
        <a:xfrm>
          <a:off x="5295700" y="832096"/>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ea typeface="+mn-ea"/>
              <a:cs typeface="+mn-cs"/>
            </a:rPr>
            <a:t>Wells Cooner</a:t>
          </a:r>
        </a:p>
        <a:p>
          <a:pPr marL="0" lvl="0" algn="ctr" defTabSz="844550" rtl="0">
            <a:lnSpc>
              <a:spcPct val="100000"/>
            </a:lnSpc>
            <a:spcBef>
              <a:spcPct val="0"/>
            </a:spcBef>
            <a:spcAft>
              <a:spcPts val="800"/>
            </a:spcAft>
            <a:buNone/>
          </a:pPr>
          <a:r>
            <a:rPr lang="en-US" sz="1400" kern="1200" dirty="0">
              <a:latin typeface="Congenial"/>
              <a:ea typeface="+mn-ea"/>
              <a:cs typeface="+mn-cs"/>
            </a:rPr>
            <a:t>Manager </a:t>
          </a:r>
        </a:p>
        <a:p>
          <a:pPr marL="0" lvl="0" indent="0" algn="ctr" defTabSz="800100">
            <a:lnSpc>
              <a:spcPct val="100000"/>
            </a:lnSpc>
            <a:spcBef>
              <a:spcPct val="0"/>
            </a:spcBef>
            <a:spcAft>
              <a:spcPts val="800"/>
            </a:spcAft>
            <a:buNone/>
          </a:pPr>
          <a:r>
            <a:rPr lang="en-US" sz="1400" kern="1200" dirty="0">
              <a:latin typeface="Congenial"/>
              <a:ea typeface="+mn-ea"/>
              <a:cs typeface="+mn-cs"/>
            </a:rPr>
            <a:t>TO Data Center Program</a:t>
          </a:r>
        </a:p>
      </dsp:txBody>
      <dsp:txXfrm>
        <a:off x="5295700" y="832096"/>
        <a:ext cx="2407136" cy="1444281"/>
      </dsp:txXfrm>
    </dsp:sp>
    <dsp:sp modelId="{2E79A6BD-BEFF-4CDE-830D-93546E42A72D}">
      <dsp:nvSpPr>
        <dsp:cNvPr id="0" name=""/>
        <dsp:cNvSpPr/>
      </dsp:nvSpPr>
      <dsp:spPr>
        <a:xfrm>
          <a:off x="1323925" y="2517092"/>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ea typeface="+mn-ea"/>
              <a:cs typeface="+mn-cs"/>
            </a:rPr>
            <a:t>Serina Johnson</a:t>
          </a:r>
        </a:p>
        <a:p>
          <a:pPr marL="0" lvl="0" algn="ctr" defTabSz="711200">
            <a:lnSpc>
              <a:spcPct val="100000"/>
            </a:lnSpc>
            <a:spcBef>
              <a:spcPct val="0"/>
            </a:spcBef>
            <a:spcAft>
              <a:spcPts val="800"/>
            </a:spcAft>
            <a:buNone/>
          </a:pPr>
          <a:r>
            <a:rPr lang="en-US" sz="1400" kern="1200" dirty="0">
              <a:latin typeface="Congenial"/>
              <a:ea typeface="Calibri"/>
              <a:cs typeface="Calibri"/>
            </a:rPr>
            <a:t>Supervisor </a:t>
          </a:r>
        </a:p>
        <a:p>
          <a:pPr marL="0" lvl="0" algn="ctr" defTabSz="711200">
            <a:lnSpc>
              <a:spcPct val="100000"/>
            </a:lnSpc>
            <a:spcBef>
              <a:spcPct val="0"/>
            </a:spcBef>
            <a:spcAft>
              <a:spcPts val="800"/>
            </a:spcAft>
            <a:buNone/>
          </a:pPr>
          <a:r>
            <a:rPr lang="en-US" sz="1400" i="0" kern="1200" dirty="0">
              <a:latin typeface="+mn-lt"/>
            </a:rPr>
            <a:t>Infra Operations Center Batch</a:t>
          </a:r>
          <a:endParaRPr lang="en-US" sz="1400" kern="1200" dirty="0">
            <a:latin typeface="Congenial"/>
            <a:ea typeface="+mn-ea"/>
            <a:cs typeface="+mn-cs"/>
          </a:endParaRPr>
        </a:p>
      </dsp:txBody>
      <dsp:txXfrm>
        <a:off x="1323925" y="2517092"/>
        <a:ext cx="2407136" cy="1444281"/>
      </dsp:txXfrm>
    </dsp:sp>
    <dsp:sp modelId="{C3A0D131-22B3-441B-9BC4-9639C124F986}">
      <dsp:nvSpPr>
        <dsp:cNvPr id="0" name=""/>
        <dsp:cNvSpPr/>
      </dsp:nvSpPr>
      <dsp:spPr>
        <a:xfrm>
          <a:off x="3971775" y="2517092"/>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panose="02000503040000020004" pitchFamily="2" charset="0"/>
              <a:ea typeface="+mn-ea"/>
              <a:cs typeface="+mn-cs"/>
            </a:rPr>
            <a:t>Gabe Thomas</a:t>
          </a:r>
          <a:endParaRPr lang="en-US" sz="1800" kern="1200" dirty="0">
            <a:latin typeface="Congenial" panose="020F0502020204030204" pitchFamily="2" charset="0"/>
            <a:ea typeface="+mn-ea"/>
            <a:cs typeface="+mn-cs"/>
          </a:endParaRPr>
        </a:p>
        <a:p>
          <a:pPr marL="0" lvl="0" indent="0" algn="ctr" defTabSz="800100">
            <a:lnSpc>
              <a:spcPct val="100000"/>
            </a:lnSpc>
            <a:spcBef>
              <a:spcPct val="0"/>
            </a:spcBef>
            <a:spcAft>
              <a:spcPts val="800"/>
            </a:spcAft>
            <a:buNone/>
          </a:pPr>
          <a:r>
            <a:rPr lang="en-US" sz="1400" kern="1200" dirty="0">
              <a:latin typeface="Congenial"/>
              <a:ea typeface="+mn-ea"/>
              <a:cs typeface="+mn-cs"/>
            </a:rPr>
            <a:t>Analyst</a:t>
          </a:r>
        </a:p>
        <a:p>
          <a:pPr marL="0" lvl="0" indent="0" algn="ctr" defTabSz="800100">
            <a:lnSpc>
              <a:spcPct val="100000"/>
            </a:lnSpc>
            <a:spcBef>
              <a:spcPct val="0"/>
            </a:spcBef>
            <a:spcAft>
              <a:spcPts val="800"/>
            </a:spcAft>
            <a:buNone/>
          </a:pPr>
          <a:r>
            <a:rPr lang="en-US" sz="1400" kern="1200" dirty="0">
              <a:latin typeface="Congenial"/>
              <a:ea typeface="+mn-ea"/>
              <a:cs typeface="+mn-cs"/>
            </a:rPr>
            <a:t>Network Services Data Analytics</a:t>
          </a:r>
        </a:p>
      </dsp:txBody>
      <dsp:txXfrm>
        <a:off x="3971775" y="2517092"/>
        <a:ext cx="2407136" cy="14442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60575B-45D6-2344-A38F-35E75CCBD220}">
      <dsp:nvSpPr>
        <dsp:cNvPr id="0" name=""/>
        <dsp:cNvSpPr/>
      </dsp:nvSpPr>
      <dsp:spPr>
        <a:xfrm>
          <a:off x="3999241" y="1125325"/>
          <a:ext cx="3067503" cy="238748"/>
        </a:xfrm>
        <a:custGeom>
          <a:avLst/>
          <a:gdLst/>
          <a:ahLst/>
          <a:cxnLst/>
          <a:rect l="0" t="0" r="0" b="0"/>
          <a:pathLst>
            <a:path>
              <a:moveTo>
                <a:pt x="0" y="0"/>
              </a:moveTo>
              <a:lnTo>
                <a:pt x="0" y="123062"/>
              </a:lnTo>
              <a:lnTo>
                <a:pt x="3067503" y="123062"/>
              </a:lnTo>
              <a:lnTo>
                <a:pt x="3067503" y="238748"/>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D6235D-5AE3-47AA-8E63-6C5025F4867A}">
      <dsp:nvSpPr>
        <dsp:cNvPr id="0" name=""/>
        <dsp:cNvSpPr/>
      </dsp:nvSpPr>
      <dsp:spPr>
        <a:xfrm>
          <a:off x="3999241" y="1125325"/>
          <a:ext cx="1793328" cy="238748"/>
        </a:xfrm>
        <a:custGeom>
          <a:avLst/>
          <a:gdLst/>
          <a:ahLst/>
          <a:cxnLst/>
          <a:rect l="0" t="0" r="0" b="0"/>
          <a:pathLst>
            <a:path>
              <a:moveTo>
                <a:pt x="0" y="0"/>
              </a:moveTo>
              <a:lnTo>
                <a:pt x="0" y="123062"/>
              </a:lnTo>
              <a:lnTo>
                <a:pt x="1793328" y="123062"/>
              </a:lnTo>
              <a:lnTo>
                <a:pt x="1793328" y="238748"/>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18C4A9-38B7-4DCE-AA3A-E7695D4A6F0D}">
      <dsp:nvSpPr>
        <dsp:cNvPr id="0" name=""/>
        <dsp:cNvSpPr/>
      </dsp:nvSpPr>
      <dsp:spPr>
        <a:xfrm>
          <a:off x="3235197" y="1125325"/>
          <a:ext cx="764044" cy="235475"/>
        </a:xfrm>
        <a:custGeom>
          <a:avLst/>
          <a:gdLst/>
          <a:ahLst/>
          <a:cxnLst/>
          <a:rect l="0" t="0" r="0" b="0"/>
          <a:pathLst>
            <a:path>
              <a:moveTo>
                <a:pt x="764044" y="0"/>
              </a:moveTo>
              <a:lnTo>
                <a:pt x="764044" y="119789"/>
              </a:lnTo>
              <a:lnTo>
                <a:pt x="0" y="119789"/>
              </a:lnTo>
              <a:lnTo>
                <a:pt x="0" y="235475"/>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D90C85-52A9-4E24-A717-8A5C88A1E1AD}">
      <dsp:nvSpPr>
        <dsp:cNvPr id="0" name=""/>
        <dsp:cNvSpPr/>
      </dsp:nvSpPr>
      <dsp:spPr>
        <a:xfrm>
          <a:off x="3999241" y="1125325"/>
          <a:ext cx="529730" cy="235475"/>
        </a:xfrm>
        <a:custGeom>
          <a:avLst/>
          <a:gdLst/>
          <a:ahLst/>
          <a:cxnLst/>
          <a:rect l="0" t="0" r="0" b="0"/>
          <a:pathLst>
            <a:path>
              <a:moveTo>
                <a:pt x="0" y="0"/>
              </a:moveTo>
              <a:lnTo>
                <a:pt x="0" y="119789"/>
              </a:lnTo>
              <a:lnTo>
                <a:pt x="529730" y="119789"/>
              </a:lnTo>
              <a:lnTo>
                <a:pt x="529730" y="235475"/>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0A6F34-D334-4D60-AB8D-DFB4C0069565}">
      <dsp:nvSpPr>
        <dsp:cNvPr id="0" name=""/>
        <dsp:cNvSpPr/>
      </dsp:nvSpPr>
      <dsp:spPr>
        <a:xfrm>
          <a:off x="1999529" y="1125325"/>
          <a:ext cx="1999712" cy="231371"/>
        </a:xfrm>
        <a:custGeom>
          <a:avLst/>
          <a:gdLst/>
          <a:ahLst/>
          <a:cxnLst/>
          <a:rect l="0" t="0" r="0" b="0"/>
          <a:pathLst>
            <a:path>
              <a:moveTo>
                <a:pt x="1999712" y="0"/>
              </a:moveTo>
              <a:lnTo>
                <a:pt x="1999712" y="115685"/>
              </a:lnTo>
              <a:lnTo>
                <a:pt x="0" y="115685"/>
              </a:lnTo>
              <a:lnTo>
                <a:pt x="0" y="231371"/>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0437BF-2B60-42C2-898A-46AE48E5DFAE}">
      <dsp:nvSpPr>
        <dsp:cNvPr id="0" name=""/>
        <dsp:cNvSpPr/>
      </dsp:nvSpPr>
      <dsp:spPr>
        <a:xfrm>
          <a:off x="666387" y="1125325"/>
          <a:ext cx="3332854" cy="231371"/>
        </a:xfrm>
        <a:custGeom>
          <a:avLst/>
          <a:gdLst/>
          <a:ahLst/>
          <a:cxnLst/>
          <a:rect l="0" t="0" r="0" b="0"/>
          <a:pathLst>
            <a:path>
              <a:moveTo>
                <a:pt x="3332854" y="0"/>
              </a:moveTo>
              <a:lnTo>
                <a:pt x="3332854" y="115685"/>
              </a:lnTo>
              <a:lnTo>
                <a:pt x="0" y="115685"/>
              </a:lnTo>
              <a:lnTo>
                <a:pt x="0" y="231371"/>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DC2129-A0D6-4992-9106-D74ADDC8BAE0}">
      <dsp:nvSpPr>
        <dsp:cNvPr id="0" name=""/>
        <dsp:cNvSpPr/>
      </dsp:nvSpPr>
      <dsp:spPr>
        <a:xfrm>
          <a:off x="3448356" y="574440"/>
          <a:ext cx="1101769" cy="550884"/>
        </a:xfrm>
        <a:prstGeom prst="rect">
          <a:avLst/>
        </a:prstGeom>
        <a:solidFill>
          <a:srgbClr val="EC1C24"/>
        </a:solidFill>
        <a:ln w="25400" cap="flat" cmpd="sng" algn="ctr">
          <a:solidFill>
            <a:schemeClr val="accent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Narrow" panose="020B0606020202030204" pitchFamily="34" charset="0"/>
            </a:rPr>
            <a:t>Infrastructure Services</a:t>
          </a:r>
        </a:p>
      </dsp:txBody>
      <dsp:txXfrm>
        <a:off x="3448356" y="574440"/>
        <a:ext cx="1101769" cy="550884"/>
      </dsp:txXfrm>
    </dsp:sp>
    <dsp:sp modelId="{3262872D-65E1-4C22-B172-61A5DC82B85B}">
      <dsp:nvSpPr>
        <dsp:cNvPr id="0" name=""/>
        <dsp:cNvSpPr/>
      </dsp:nvSpPr>
      <dsp:spPr>
        <a:xfrm>
          <a:off x="115502" y="1356696"/>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Infrastructure Solutions</a:t>
          </a:r>
        </a:p>
      </dsp:txBody>
      <dsp:txXfrm>
        <a:off x="115502" y="1356696"/>
        <a:ext cx="1101769" cy="550884"/>
      </dsp:txXfrm>
    </dsp:sp>
    <dsp:sp modelId="{0AEAE710-4DE9-421B-8CA2-F552A6071357}">
      <dsp:nvSpPr>
        <dsp:cNvPr id="0" name=""/>
        <dsp:cNvSpPr/>
      </dsp:nvSpPr>
      <dsp:spPr>
        <a:xfrm>
          <a:off x="1448644" y="1356696"/>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Telecom Services</a:t>
          </a:r>
        </a:p>
      </dsp:txBody>
      <dsp:txXfrm>
        <a:off x="1448644" y="1356696"/>
        <a:ext cx="1101769" cy="550884"/>
      </dsp:txXfrm>
    </dsp:sp>
    <dsp:sp modelId="{06F612F9-B2D0-486C-A17C-22E7C29F931B}">
      <dsp:nvSpPr>
        <dsp:cNvPr id="0" name=""/>
        <dsp:cNvSpPr/>
      </dsp:nvSpPr>
      <dsp:spPr>
        <a:xfrm>
          <a:off x="3978087" y="1360800"/>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Network Services</a:t>
          </a:r>
        </a:p>
      </dsp:txBody>
      <dsp:txXfrm>
        <a:off x="3978087" y="1360800"/>
        <a:ext cx="1101769" cy="550884"/>
      </dsp:txXfrm>
    </dsp:sp>
    <dsp:sp modelId="{2D7D23C9-C653-4CEC-83B6-DE21C606D8DE}">
      <dsp:nvSpPr>
        <dsp:cNvPr id="0" name=""/>
        <dsp:cNvSpPr/>
      </dsp:nvSpPr>
      <dsp:spPr>
        <a:xfrm>
          <a:off x="2684312" y="1360800"/>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Computing Services</a:t>
          </a:r>
        </a:p>
      </dsp:txBody>
      <dsp:txXfrm>
        <a:off x="2684312" y="1360800"/>
        <a:ext cx="1101769" cy="550884"/>
      </dsp:txXfrm>
    </dsp:sp>
    <dsp:sp modelId="{5362A8F3-F3DC-4C98-99D3-94D00CDA2C4E}">
      <dsp:nvSpPr>
        <dsp:cNvPr id="0" name=""/>
        <dsp:cNvSpPr/>
      </dsp:nvSpPr>
      <dsp:spPr>
        <a:xfrm>
          <a:off x="5241685" y="1364073"/>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Infrastructure Operations</a:t>
          </a:r>
        </a:p>
      </dsp:txBody>
      <dsp:txXfrm>
        <a:off x="5241685" y="1364073"/>
        <a:ext cx="1101769" cy="550884"/>
      </dsp:txXfrm>
    </dsp:sp>
    <dsp:sp modelId="{CB2B0805-D6A2-D04B-8072-765C4B22D6EC}">
      <dsp:nvSpPr>
        <dsp:cNvPr id="0" name=""/>
        <dsp:cNvSpPr/>
      </dsp:nvSpPr>
      <dsp:spPr>
        <a:xfrm>
          <a:off x="6515860" y="1364073"/>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Data Center Program</a:t>
          </a:r>
        </a:p>
      </dsp:txBody>
      <dsp:txXfrm>
        <a:off x="6515860" y="1364073"/>
        <a:ext cx="1101769" cy="5508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1" tIns="47110" rIns="94221" bIns="4711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69424"/>
          </a:xfrm>
          <a:prstGeom prst="rect">
            <a:avLst/>
          </a:prstGeom>
        </p:spPr>
        <p:txBody>
          <a:bodyPr vert="horz" lIns="94221" tIns="47110" rIns="94221" bIns="47110" rtlCol="0"/>
          <a:lstStyle>
            <a:lvl1pPr algn="r">
              <a:defRPr sz="1200"/>
            </a:lvl1pPr>
          </a:lstStyle>
          <a:p>
            <a:fld id="{6887D5B5-AAF5-E049-BD61-44DED065CBA7}" type="datetimeFigureOut">
              <a:rPr lang="en-US" smtClean="0"/>
              <a:t>2/28/2026</a:t>
            </a:fld>
            <a:endParaRPr lang="en-US"/>
          </a:p>
        </p:txBody>
      </p:sp>
      <p:sp>
        <p:nvSpPr>
          <p:cNvPr id="4" name="Footer Placeholder 3"/>
          <p:cNvSpPr>
            <a:spLocks noGrp="1"/>
          </p:cNvSpPr>
          <p:nvPr>
            <p:ph type="ftr" sz="quarter" idx="2"/>
          </p:nvPr>
        </p:nvSpPr>
        <p:spPr>
          <a:xfrm>
            <a:off x="0" y="8917422"/>
            <a:ext cx="3077739" cy="469424"/>
          </a:xfrm>
          <a:prstGeom prst="rect">
            <a:avLst/>
          </a:prstGeom>
        </p:spPr>
        <p:txBody>
          <a:bodyPr vert="horz" lIns="94221" tIns="47110" rIns="94221" bIns="4711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917422"/>
            <a:ext cx="3077739" cy="469424"/>
          </a:xfrm>
          <a:prstGeom prst="rect">
            <a:avLst/>
          </a:prstGeom>
        </p:spPr>
        <p:txBody>
          <a:bodyPr vert="horz" lIns="94221" tIns="47110" rIns="94221" bIns="47110" rtlCol="0" anchor="b"/>
          <a:lstStyle>
            <a:lvl1pPr algn="r">
              <a:defRPr sz="1200"/>
            </a:lvl1pPr>
          </a:lstStyle>
          <a:p>
            <a:fld id="{1808971C-7EE0-E143-B159-75D63E834C71}" type="slidenum">
              <a:rPr lang="en-US" smtClean="0"/>
              <a:t>‹#›</a:t>
            </a:fld>
            <a:endParaRPr lang="en-US"/>
          </a:p>
        </p:txBody>
      </p:sp>
    </p:spTree>
    <p:extLst>
      <p:ext uri="{BB962C8B-B14F-4D97-AF65-F5344CB8AC3E}">
        <p14:creationId xmlns:p14="http://schemas.microsoft.com/office/powerpoint/2010/main" val="32483263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1" tIns="47110" rIns="94221" bIns="47110" rtlCol="0"/>
          <a:lstStyle>
            <a:lvl1pPr algn="l">
              <a:defRPr sz="1200"/>
            </a:lvl1pPr>
          </a:lstStyle>
          <a:p>
            <a:endParaRPr lang="en-US"/>
          </a:p>
        </p:txBody>
      </p:sp>
      <p:sp>
        <p:nvSpPr>
          <p:cNvPr id="3" name="Date Placeholder 2"/>
          <p:cNvSpPr>
            <a:spLocks noGrp="1"/>
          </p:cNvSpPr>
          <p:nvPr>
            <p:ph type="dt" idx="1"/>
          </p:nvPr>
        </p:nvSpPr>
        <p:spPr>
          <a:xfrm>
            <a:off x="4023092" y="0"/>
            <a:ext cx="3077739" cy="469424"/>
          </a:xfrm>
          <a:prstGeom prst="rect">
            <a:avLst/>
          </a:prstGeom>
        </p:spPr>
        <p:txBody>
          <a:bodyPr vert="horz" lIns="94221" tIns="47110" rIns="94221" bIns="47110" rtlCol="0"/>
          <a:lstStyle>
            <a:lvl1pPr algn="r">
              <a:defRPr sz="1200"/>
            </a:lvl1pPr>
          </a:lstStyle>
          <a:p>
            <a:fld id="{9CB72DD2-5626-FE4F-963F-0C859DE4DB4B}" type="datetimeFigureOut">
              <a:rPr lang="en-US" smtClean="0"/>
              <a:t>2/28/2026</a:t>
            </a:fld>
            <a:endParaRPr lang="en-US"/>
          </a:p>
        </p:txBody>
      </p:sp>
      <p:sp>
        <p:nvSpPr>
          <p:cNvPr id="4" name="Slide Image Placeholder 3"/>
          <p:cNvSpPr>
            <a:spLocks noGrp="1" noRot="1" noChangeAspect="1"/>
          </p:cNvSpPr>
          <p:nvPr>
            <p:ph type="sldImg" idx="2"/>
          </p:nvPr>
        </p:nvSpPr>
        <p:spPr>
          <a:xfrm>
            <a:off x="1203325" y="704850"/>
            <a:ext cx="4695825" cy="3521075"/>
          </a:xfrm>
          <a:prstGeom prst="rect">
            <a:avLst/>
          </a:prstGeom>
          <a:noFill/>
          <a:ln w="12700">
            <a:solidFill>
              <a:prstClr val="black"/>
            </a:solidFill>
          </a:ln>
        </p:spPr>
        <p:txBody>
          <a:bodyPr vert="horz" lIns="94221" tIns="47110" rIns="94221" bIns="47110" rtlCol="0" anchor="ctr"/>
          <a:lstStyle/>
          <a:p>
            <a:endParaRPr lang="en-US"/>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1" tIns="47110" rIns="94221" bIns="4711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69424"/>
          </a:xfrm>
          <a:prstGeom prst="rect">
            <a:avLst/>
          </a:prstGeom>
        </p:spPr>
        <p:txBody>
          <a:bodyPr vert="horz" lIns="94221" tIns="47110" rIns="94221" bIns="4711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1" tIns="47110" rIns="94221" bIns="47110" rtlCol="0" anchor="b"/>
          <a:lstStyle>
            <a:lvl1pPr algn="r">
              <a:defRPr sz="1200"/>
            </a:lvl1pPr>
          </a:lstStyle>
          <a:p>
            <a:fld id="{B744EA62-7888-EF4F-AC85-D3E560BB19FB}" type="slidenum">
              <a:rPr lang="en-US" smtClean="0"/>
              <a:t>‹#›</a:t>
            </a:fld>
            <a:endParaRPr lang="en-US"/>
          </a:p>
        </p:txBody>
      </p:sp>
    </p:spTree>
    <p:extLst>
      <p:ext uri="{BB962C8B-B14F-4D97-AF65-F5344CB8AC3E}">
        <p14:creationId xmlns:p14="http://schemas.microsoft.com/office/powerpoint/2010/main" val="4000088191"/>
      </p:ext>
    </p:extLst>
  </p:cSld>
  <p:clrMap bg1="lt1" tx1="dk1" bg2="lt2" tx2="dk2" accent1="accent1" accent2="accent2" accent3="accent3" accent4="accent4" accent5="accent5" accent6="accent6" hlink="hlink" folHlink="folHlink"/>
  <p:hf hdr="0" ftr="0" dt="0"/>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r>
              <a:rPr lang="en-US">
                <a:ea typeface="Calibri"/>
                <a:cs typeface="Calibri"/>
              </a:rPr>
              <a:t>Intro slides 2-6: Helena</a:t>
            </a:r>
          </a:p>
          <a:p>
            <a:r>
              <a:rPr lang="en-US">
                <a:ea typeface="Calibri"/>
                <a:cs typeface="Calibri"/>
              </a:rPr>
              <a:t>Prompt/Judging: Shawn</a:t>
            </a:r>
          </a:p>
        </p:txBody>
      </p:sp>
      <p:sp>
        <p:nvSpPr>
          <p:cNvPr id="4" name="Slide Number Placeholder 3"/>
          <p:cNvSpPr>
            <a:spLocks noGrp="1"/>
          </p:cNvSpPr>
          <p:nvPr>
            <p:ph type="sldNum" sz="quarter" idx="5"/>
          </p:nvPr>
        </p:nvSpPr>
        <p:spPr/>
        <p:txBody>
          <a:bodyPr/>
          <a:lstStyle/>
          <a:p>
            <a:fld id="{B744EA62-7888-EF4F-AC85-D3E560BB19FB}" type="slidenum">
              <a:rPr lang="en-US" smtClean="0"/>
              <a:t>1</a:t>
            </a:fld>
            <a:endParaRPr lang="en-US"/>
          </a:p>
        </p:txBody>
      </p:sp>
    </p:spTree>
    <p:extLst>
      <p:ext uri="{BB962C8B-B14F-4D97-AF65-F5344CB8AC3E}">
        <p14:creationId xmlns:p14="http://schemas.microsoft.com/office/powerpoint/2010/main" val="1210077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Used CoPilot to reformat this area here. Copying and pasting the old information just in case we may need it:</a:t>
            </a:r>
          </a:p>
          <a:p>
            <a:endParaRPr lang="en-US" dirty="0"/>
          </a:p>
          <a:p>
            <a:r>
              <a:rPr lang="en-US" b="1" dirty="0"/>
              <a:t>Lifecycle engineering/design, support, and request work for all telecom and transport technologies, which includes: </a:t>
            </a:r>
            <a:endParaRPr lang="en-US" dirty="0"/>
          </a:p>
          <a:p>
            <a:endParaRPr lang="en-US" dirty="0"/>
          </a:p>
          <a:p>
            <a:pPr marL="466090" lvl="1" indent="-292100">
              <a:buFont typeface="Arial,Sans-Serif"/>
              <a:buChar char="•"/>
            </a:pPr>
            <a:r>
              <a:rPr lang="en-US" dirty="0"/>
              <a:t>Digital microwave &amp; RF Backhaul Compliance – licenses management, RF safety and FCC regulatory influence</a:t>
            </a:r>
          </a:p>
          <a:p>
            <a:pPr marL="466090" lvl="1" indent="-292100">
              <a:buFont typeface="Arial,Sans-Serif"/>
              <a:buChar char="•"/>
            </a:pPr>
            <a:r>
              <a:rPr lang="en-US" dirty="0"/>
              <a:t>Fiber optics – Underground, OPGW and Fiber to Distribution </a:t>
            </a:r>
          </a:p>
          <a:p>
            <a:pPr marL="466090" lvl="1" indent="-292100">
              <a:buFont typeface="Arial,Sans-Serif"/>
              <a:buChar char="•"/>
            </a:pPr>
            <a:r>
              <a:rPr lang="en-US" dirty="0"/>
              <a:t>Dense Wavelength Division Multiplexing (DWDM) </a:t>
            </a:r>
          </a:p>
          <a:p>
            <a:pPr marL="466090" lvl="1" indent="-292100">
              <a:buFont typeface="Arial,Sans-Serif"/>
              <a:buChar char="•"/>
            </a:pPr>
            <a:r>
              <a:rPr lang="en-US" dirty="0"/>
              <a:t>Multi-Protocol Label Switching (MPLS) networks </a:t>
            </a:r>
          </a:p>
          <a:p>
            <a:pPr marL="466090" lvl="1" indent="-292100">
              <a:buFont typeface="Arial,Sans-Serif"/>
              <a:buChar char="•"/>
            </a:pPr>
            <a:r>
              <a:rPr lang="en-US" dirty="0"/>
              <a:t>Time Synchronization </a:t>
            </a:r>
          </a:p>
          <a:p>
            <a:pPr marL="466090" lvl="1" indent="-292100">
              <a:buFont typeface="Arial,Sans-Serif"/>
              <a:buChar char="•"/>
            </a:pPr>
            <a:r>
              <a:rPr lang="en-US" dirty="0"/>
              <a:t>Satellite data &amp; voice services </a:t>
            </a:r>
          </a:p>
          <a:p>
            <a:pPr marL="466090" lvl="1" indent="-292100">
              <a:buFont typeface="Arial,Sans-Serif"/>
              <a:buChar char="•"/>
            </a:pPr>
            <a:r>
              <a:rPr lang="en-US" dirty="0"/>
              <a:t>Push-to-talk land mobile radio </a:t>
            </a:r>
          </a:p>
          <a:p>
            <a:pPr marL="466090" lvl="1" indent="-292100">
              <a:buFont typeface="Arial,Sans-Serif"/>
              <a:buChar char="•"/>
            </a:pPr>
            <a:r>
              <a:rPr lang="en-US" dirty="0"/>
              <a:t>Company Owned and Maintained (COAM) connectivity and 3rd party leased circuits </a:t>
            </a:r>
          </a:p>
          <a:p>
            <a:pPr marL="466090" lvl="1" indent="-292100">
              <a:buFont typeface="Arial,Sans-Serif"/>
              <a:buChar char="•"/>
            </a:pPr>
            <a:r>
              <a:rPr lang="en-US" dirty="0"/>
              <a:t>AMI</a:t>
            </a:r>
          </a:p>
          <a:p>
            <a:pPr marL="466090" lvl="1" indent="-292100">
              <a:buFont typeface="Arial,Sans-Serif"/>
              <a:buChar char="•"/>
            </a:pPr>
            <a:r>
              <a:rPr lang="en-US" dirty="0"/>
              <a:t>Fixed UE proliferation – LINC &amp; Wireless carrier LTE</a:t>
            </a:r>
          </a:p>
          <a:p>
            <a:pPr marL="466090" lvl="1" indent="-292100">
              <a:buFont typeface="Arial,Sans-Serif"/>
              <a:buChar char="•"/>
            </a:pPr>
            <a:endParaRPr lang="en-US" dirty="0"/>
          </a:p>
          <a:p>
            <a:r>
              <a:rPr lang="en-US" dirty="0"/>
              <a:t>Telecom Consultants / Architects </a:t>
            </a:r>
          </a:p>
          <a:p>
            <a:pPr marL="466090" lvl="1" indent="-292100">
              <a:buFont typeface="Arial,Sans-Serif"/>
              <a:buChar char="•"/>
            </a:pPr>
            <a:r>
              <a:rPr lang="en-US" dirty="0"/>
              <a:t>Provides deep technical consulting expertise on all areas of telecom and transport technologies </a:t>
            </a:r>
          </a:p>
          <a:p>
            <a:pPr marL="466090" lvl="1" indent="-292100">
              <a:buFont typeface="Arial,Sans-Serif"/>
              <a:buChar char="•"/>
            </a:pPr>
            <a:endParaRPr lang="en-US" dirty="0"/>
          </a:p>
          <a:p>
            <a:r>
              <a:rPr lang="en-US" dirty="0"/>
              <a:t>Telecom Business Development Support </a:t>
            </a:r>
          </a:p>
          <a:p>
            <a:pPr marL="466090" lvl="1" indent="-292100">
              <a:buFont typeface="Arial,Sans-Serif"/>
              <a:buChar char="•"/>
            </a:pPr>
            <a:r>
              <a:rPr lang="en-US" dirty="0"/>
              <a:t>Primary interface to the business on initiatives considering opportunities involving telecom assets and technology and Telecom Change Management </a:t>
            </a:r>
          </a:p>
          <a:p>
            <a:endParaRPr lang="en-US" dirty="0"/>
          </a:p>
          <a:p>
            <a:endParaRPr lang="en-US" dirty="0"/>
          </a:p>
          <a:p>
            <a:endParaRPr lang="en-US" dirty="0"/>
          </a:p>
          <a:p>
            <a:endParaRPr lang="en-US" dirty="0"/>
          </a:p>
          <a:p>
            <a:endParaRPr lang="en-US" b="1" dirty="0">
              <a:ea typeface="Calibri"/>
              <a:cs typeface="Calibri"/>
            </a:endParaRPr>
          </a:p>
          <a:p>
            <a:endParaRPr lang="en-US" b="1" dirty="0">
              <a:ea typeface="Calibri"/>
              <a:cs typeface="Calibri"/>
            </a:endParaRPr>
          </a:p>
          <a:p>
            <a:endParaRPr lang="en-US" b="1" dirty="0">
              <a:ea typeface="Calibri"/>
              <a:cs typeface="Calibri"/>
            </a:endParaRPr>
          </a:p>
          <a:p>
            <a:r>
              <a:rPr lang="en-US" b="1" dirty="0">
                <a:ea typeface="Calibri"/>
                <a:cs typeface="Calibri"/>
              </a:rPr>
              <a:t>Describe Helix, could be here or in another slide | work management tool vs "helix" | brand agnostic </a:t>
            </a:r>
            <a:endParaRPr lang="en-US" dirty="0"/>
          </a:p>
          <a:p>
            <a:pPr marL="174625" indent="-172720">
              <a:spcAft>
                <a:spcPts val="800"/>
              </a:spcAft>
              <a:buFont typeface="Arial"/>
              <a:buChar char="•"/>
            </a:pPr>
            <a:r>
              <a:rPr lang="en-US" dirty="0"/>
              <a:t>BMC Helix - work management tool</a:t>
            </a:r>
            <a:endParaRPr lang="en-US" dirty="0">
              <a:ea typeface="Calibri"/>
              <a:cs typeface="Calibri"/>
            </a:endParaRPr>
          </a:p>
          <a:p>
            <a:pPr marL="174625" indent="-172720">
              <a:spcAft>
                <a:spcPts val="800"/>
              </a:spcAft>
              <a:buFont typeface="Arial"/>
              <a:buChar char="•"/>
            </a:pPr>
            <a:r>
              <a:rPr lang="en-US" dirty="0"/>
              <a:t>Telecom employees</a:t>
            </a: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r>
              <a:rPr lang="en-US" dirty="0">
                <a:ea typeface="Calibri"/>
                <a:cs typeface="Calibri"/>
              </a:rPr>
              <a:t>Based off of the notes in the email, what do we think about completely removing this slide? From Shawn's email it seems as if most of the overview was captured in the "What is </a:t>
            </a:r>
            <a:r>
              <a:rPr lang="en-US" dirty="0" err="1">
                <a:ea typeface="Calibri"/>
                <a:cs typeface="Calibri"/>
              </a:rPr>
              <a:t>telcom</a:t>
            </a:r>
            <a:r>
              <a:rPr lang="en-US" dirty="0">
                <a:ea typeface="Calibri"/>
                <a:cs typeface="Calibri"/>
              </a:rPr>
              <a:t> services?" Slide.</a:t>
            </a:r>
            <a:endParaRPr lang="en-US" dirty="0"/>
          </a:p>
        </p:txBody>
      </p:sp>
      <p:sp>
        <p:nvSpPr>
          <p:cNvPr id="4" name="Slide Number Placeholder 3"/>
          <p:cNvSpPr>
            <a:spLocks noGrp="1"/>
          </p:cNvSpPr>
          <p:nvPr>
            <p:ph type="sldNum" sz="quarter" idx="5"/>
          </p:nvPr>
        </p:nvSpPr>
        <p:spPr/>
        <p:txBody>
          <a:bodyPr/>
          <a:lstStyle/>
          <a:p>
            <a:fld id="{B744EA62-7888-EF4F-AC85-D3E560BB19FB}" type="slidenum">
              <a:rPr lang="en-US" smtClean="0"/>
              <a:t>7</a:t>
            </a:fld>
            <a:endParaRPr lang="en-US"/>
          </a:p>
        </p:txBody>
      </p:sp>
    </p:spTree>
    <p:extLst>
      <p:ext uri="{BB962C8B-B14F-4D97-AF65-F5344CB8AC3E}">
        <p14:creationId xmlns:p14="http://schemas.microsoft.com/office/powerpoint/2010/main" val="2456071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a:p>
            <a:endParaRPr lang="en-US" dirty="0">
              <a:ea typeface="Calibri"/>
              <a:cs typeface="Calibri"/>
            </a:endParaRPr>
          </a:p>
          <a:p>
            <a:endParaRPr lang="en-US" dirty="0">
              <a:ea typeface="Calibri"/>
              <a:cs typeface="Calibri"/>
            </a:endParaRPr>
          </a:p>
          <a:p>
            <a:r>
              <a:rPr lang="en-US" dirty="0">
                <a:ea typeface="Calibri"/>
                <a:cs typeface="Calibri"/>
              </a:rPr>
              <a:t>Used CoPilot to reformat this area here. Copying and pasting the old information just in case we may need it:</a:t>
            </a:r>
          </a:p>
          <a:p>
            <a:endParaRPr lang="en-US" dirty="0">
              <a:ea typeface="Calibri"/>
              <a:cs typeface="Calibri"/>
            </a:endParaRPr>
          </a:p>
          <a:p>
            <a:r>
              <a:rPr lang="en-US" b="1" dirty="0"/>
              <a:t>Lifecycle engineering/design, support, and request work for all telecom and transport technologies, which includes: </a:t>
            </a:r>
            <a:endParaRPr lang="en-US" dirty="0"/>
          </a:p>
          <a:p>
            <a:endParaRPr lang="en-US" dirty="0"/>
          </a:p>
          <a:p>
            <a:pPr marL="466090" lvl="1" indent="-292100">
              <a:buFont typeface="Arial,Sans-Serif"/>
              <a:buChar char="•"/>
            </a:pPr>
            <a:r>
              <a:rPr lang="en-US" dirty="0"/>
              <a:t>Digital microwave &amp; RF Backhaul Compliance – licenses management, RF safety and FCC regulatory influence</a:t>
            </a:r>
            <a:endParaRPr lang="en-US" dirty="0">
              <a:ea typeface="Calibri"/>
              <a:cs typeface="Calibri"/>
            </a:endParaRPr>
          </a:p>
          <a:p>
            <a:pPr marL="466090" lvl="1" indent="-292100">
              <a:buFont typeface="Arial,Sans-Serif"/>
              <a:buChar char="•"/>
            </a:pPr>
            <a:r>
              <a:rPr lang="en-US" dirty="0"/>
              <a:t>Fiber optics – Underground, OPGW and Fiber to Distribution </a:t>
            </a:r>
            <a:endParaRPr lang="en-US" dirty="0">
              <a:ea typeface="Calibri"/>
              <a:cs typeface="Calibri"/>
            </a:endParaRPr>
          </a:p>
          <a:p>
            <a:pPr marL="466090" lvl="1" indent="-292100">
              <a:buFont typeface="Arial,Sans-Serif"/>
              <a:buChar char="•"/>
            </a:pPr>
            <a:r>
              <a:rPr lang="en-US" dirty="0"/>
              <a:t>Dense Wavelength Division Multiplexing (DWDM) </a:t>
            </a:r>
            <a:endParaRPr lang="en-US" dirty="0">
              <a:ea typeface="Calibri"/>
              <a:cs typeface="Calibri"/>
            </a:endParaRPr>
          </a:p>
          <a:p>
            <a:pPr marL="466090" lvl="1" indent="-292100">
              <a:buFont typeface="Arial,Sans-Serif"/>
              <a:buChar char="•"/>
            </a:pPr>
            <a:r>
              <a:rPr lang="en-US" dirty="0"/>
              <a:t>Multi-Protocol Label Switching (MPLS) networks </a:t>
            </a:r>
            <a:endParaRPr lang="en-US" dirty="0">
              <a:ea typeface="Calibri"/>
              <a:cs typeface="Calibri"/>
            </a:endParaRPr>
          </a:p>
          <a:p>
            <a:pPr marL="466090" lvl="1" indent="-292100">
              <a:buFont typeface="Arial,Sans-Serif"/>
              <a:buChar char="•"/>
            </a:pPr>
            <a:r>
              <a:rPr lang="en-US" dirty="0"/>
              <a:t>Time Synchronization </a:t>
            </a:r>
            <a:endParaRPr lang="en-US" dirty="0">
              <a:ea typeface="Calibri"/>
              <a:cs typeface="Calibri"/>
            </a:endParaRPr>
          </a:p>
          <a:p>
            <a:pPr marL="466090" lvl="1" indent="-292100">
              <a:buFont typeface="Arial,Sans-Serif"/>
              <a:buChar char="•"/>
            </a:pPr>
            <a:r>
              <a:rPr lang="en-US" dirty="0"/>
              <a:t>Satellite data &amp; voice services </a:t>
            </a:r>
            <a:endParaRPr lang="en-US" dirty="0">
              <a:ea typeface="Calibri"/>
              <a:cs typeface="Calibri"/>
            </a:endParaRPr>
          </a:p>
          <a:p>
            <a:pPr marL="466090" lvl="1" indent="-292100">
              <a:buFont typeface="Arial,Sans-Serif"/>
              <a:buChar char="•"/>
            </a:pPr>
            <a:r>
              <a:rPr lang="en-US" dirty="0"/>
              <a:t>Push-to-talk land mobile radio </a:t>
            </a:r>
            <a:endParaRPr lang="en-US" dirty="0">
              <a:ea typeface="Calibri"/>
              <a:cs typeface="Calibri"/>
            </a:endParaRPr>
          </a:p>
          <a:p>
            <a:pPr marL="466090" lvl="1" indent="-292100">
              <a:buFont typeface="Arial,Sans-Serif"/>
              <a:buChar char="•"/>
            </a:pPr>
            <a:r>
              <a:rPr lang="en-US" dirty="0"/>
              <a:t>Company Owned and Maintained (COAM) connectivity and 3rd party leased circuits </a:t>
            </a:r>
            <a:endParaRPr lang="en-US" dirty="0">
              <a:ea typeface="Calibri"/>
              <a:cs typeface="Calibri"/>
            </a:endParaRPr>
          </a:p>
          <a:p>
            <a:pPr marL="466090" lvl="1" indent="-292100">
              <a:buFont typeface="Arial,Sans-Serif"/>
              <a:buChar char="•"/>
            </a:pPr>
            <a:r>
              <a:rPr lang="en-US" dirty="0"/>
              <a:t>AMI</a:t>
            </a:r>
            <a:endParaRPr lang="en-US" dirty="0">
              <a:ea typeface="Calibri"/>
              <a:cs typeface="Calibri"/>
            </a:endParaRPr>
          </a:p>
          <a:p>
            <a:pPr marL="466090" lvl="1" indent="-292100">
              <a:buFont typeface="Arial,Sans-Serif"/>
              <a:buChar char="•"/>
            </a:pPr>
            <a:r>
              <a:rPr lang="en-US" dirty="0"/>
              <a:t>Fixed UE proliferation – LINC &amp; Wireless carrier LTE</a:t>
            </a:r>
            <a:endParaRPr lang="en-US" dirty="0">
              <a:ea typeface="Calibri"/>
              <a:cs typeface="Calibri"/>
            </a:endParaRPr>
          </a:p>
          <a:p>
            <a:pPr marL="466090" lvl="1" indent="-292100">
              <a:buFont typeface="Arial,Sans-Serif"/>
              <a:buChar char="•"/>
            </a:pPr>
            <a:endParaRPr lang="en-US" dirty="0"/>
          </a:p>
          <a:p>
            <a:r>
              <a:rPr lang="en-US" dirty="0"/>
              <a:t>Telecom Consultants / Architects </a:t>
            </a:r>
            <a:endParaRPr lang="en-US" dirty="0">
              <a:ea typeface="Calibri"/>
              <a:cs typeface="Calibri"/>
            </a:endParaRPr>
          </a:p>
          <a:p>
            <a:pPr marL="466090" lvl="1" indent="-292100">
              <a:buFont typeface="Arial,Sans-Serif"/>
              <a:buChar char="•"/>
            </a:pPr>
            <a:r>
              <a:rPr lang="en-US" dirty="0"/>
              <a:t>Provides deep technical consulting expertise on all areas of telecom and transport technologies </a:t>
            </a:r>
            <a:endParaRPr lang="en-US" dirty="0">
              <a:ea typeface="Calibri"/>
              <a:cs typeface="Calibri"/>
            </a:endParaRPr>
          </a:p>
          <a:p>
            <a:pPr marL="466090" lvl="1" indent="-292100">
              <a:buFont typeface="Arial,Sans-Serif"/>
              <a:buChar char="•"/>
            </a:pPr>
            <a:endParaRPr lang="en-US" dirty="0"/>
          </a:p>
          <a:p>
            <a:r>
              <a:rPr lang="en-US" dirty="0"/>
              <a:t>Telecom Business Development Support </a:t>
            </a:r>
            <a:endParaRPr lang="en-US" dirty="0">
              <a:ea typeface="Calibri"/>
              <a:cs typeface="Calibri"/>
            </a:endParaRPr>
          </a:p>
          <a:p>
            <a:pPr marL="466090" lvl="1" indent="-292100">
              <a:buFont typeface="Arial,Sans-Serif"/>
              <a:buChar char="•"/>
            </a:pPr>
            <a:r>
              <a:rPr lang="en-US" dirty="0"/>
              <a:t>Primary interface to the business on initiatives considering opportunities involving telecom assets and technology and Telecom Change Management </a:t>
            </a:r>
            <a:endParaRPr lang="en-US" dirty="0">
              <a:ea typeface="Calibri"/>
              <a:cs typeface="Calibri"/>
            </a:endParaRPr>
          </a:p>
          <a:p>
            <a:endParaRPr lang="en-US" dirty="0"/>
          </a:p>
          <a:p>
            <a:r>
              <a:rPr lang="en-US" dirty="0">
                <a:ea typeface="Calibri"/>
                <a:cs typeface="Calibri"/>
              </a:rPr>
              <a:t>Notes for Gabe:</a:t>
            </a:r>
          </a:p>
          <a:p>
            <a:pPr>
              <a:spcAft>
                <a:spcPts val="600"/>
              </a:spcAft>
            </a:pPr>
            <a:r>
              <a:rPr lang="en-US" sz="2000" b="1" dirty="0">
                <a:latin typeface="Arial" panose="020B0604020202020204" pitchFamily="34" charset="0"/>
                <a:cs typeface="Arial" panose="020B0604020202020204" pitchFamily="34" charset="0"/>
              </a:rPr>
              <a:t>Lifecycle engineering/design, support, and request work for all network technologies, which includes:</a:t>
            </a:r>
          </a:p>
          <a:p>
            <a:pPr marL="285750" indent="-285750" algn="just">
              <a:spcBef>
                <a:spcPts val="300"/>
              </a:spcBef>
              <a:spcAft>
                <a:spcPts val="1200"/>
              </a:spcAft>
              <a:buClr>
                <a:schemeClr val="accent2"/>
              </a:buClr>
              <a:buFont typeface="Arial" panose="020B0604020202020204" pitchFamily="34" charset="0"/>
              <a:buChar char="•"/>
            </a:pPr>
            <a:r>
              <a:rPr lang="en-US" sz="1600" b="1" dirty="0">
                <a:solidFill>
                  <a:srgbClr val="000000"/>
                </a:solidFill>
                <a:latin typeface="Arial" panose="020B0604020202020204" pitchFamily="34" charset="0"/>
                <a:cs typeface="Arial" panose="020B0604020202020204" pitchFamily="34" charset="0"/>
              </a:rPr>
              <a:t>Firewall Services </a:t>
            </a:r>
            <a:r>
              <a:rPr lang="en-US" sz="1600" dirty="0">
                <a:solidFill>
                  <a:srgbClr val="000000"/>
                </a:solidFill>
                <a:latin typeface="Arial" panose="020B0604020202020204" pitchFamily="34" charset="0"/>
                <a:cs typeface="Arial" panose="020B0604020202020204" pitchFamily="34" charset="0"/>
              </a:rPr>
              <a:t>– Zoning and Micro-segmentation, Cloud access and application support, Security and Vulnerability Monitoring and Remediation, OS compliance and Life Cycle Management (HW &amp; SW), Divestiture and Merger support, 3rd Party Vendor Access,  Compliance with operational policies and procedures, FW policy management, Separation protocol compliance, Threat Response and Remediation,  FW rules and policy auditing, Network Access Management and Control, Georgia Emergency Response Systems Support </a:t>
            </a:r>
          </a:p>
          <a:p>
            <a:pPr marL="285750" indent="-285750" algn="just">
              <a:spcBef>
                <a:spcPts val="300"/>
              </a:spcBef>
              <a:spcAft>
                <a:spcPts val="1200"/>
              </a:spcAft>
              <a:buClr>
                <a:schemeClr val="accent2"/>
              </a:buClr>
              <a:buFont typeface="Arial" panose="020B0604020202020204" pitchFamily="34" charset="0"/>
              <a:buChar char="•"/>
            </a:pPr>
            <a:r>
              <a:rPr lang="en-US" sz="1600" b="1" dirty="0">
                <a:solidFill>
                  <a:srgbClr val="000000"/>
                </a:solidFill>
                <a:latin typeface="Arial" panose="020B0604020202020204" pitchFamily="34" charset="0"/>
                <a:cs typeface="Arial" panose="020B0604020202020204" pitchFamily="34" charset="0"/>
              </a:rPr>
              <a:t>Voice &amp; Unified Communications </a:t>
            </a:r>
            <a:r>
              <a:rPr lang="en-US" sz="1600" dirty="0">
                <a:solidFill>
                  <a:srgbClr val="000000"/>
                </a:solidFill>
                <a:latin typeface="Arial" panose="020B0604020202020204" pitchFamily="34" charset="0"/>
                <a:cs typeface="Arial" panose="020B0604020202020204" pitchFamily="34" charset="0"/>
              </a:rPr>
              <a:t>– Enterprise Voice Architecture &amp; Routing, Contact Center Infrastructure supported Electric and GAS, Video Platform, IP Softphone Applications, Microsoft TEAMS Voice application, Voice Recording Platforms, Remote Voice Services (VPN Phone), Support Corporate Conferencing System(s), Analog/POTS/Fax support, Circuit Management, NG E911 Services, and Plant Paging/Intercom systems.</a:t>
            </a:r>
          </a:p>
          <a:p>
            <a:pPr marL="285750" indent="-285750" algn="just">
              <a:spcBef>
                <a:spcPts val="300"/>
              </a:spcBef>
              <a:spcAft>
                <a:spcPts val="1200"/>
              </a:spcAft>
              <a:buClr>
                <a:schemeClr val="accent2"/>
              </a:buClr>
              <a:buFont typeface="Arial" panose="020B0604020202020204" pitchFamily="34" charset="0"/>
              <a:buChar char="•"/>
            </a:pPr>
            <a:r>
              <a:rPr lang="en-US" sz="1600" b="1" dirty="0">
                <a:solidFill>
                  <a:srgbClr val="000000"/>
                </a:solidFill>
                <a:latin typeface="Arial" panose="020B0604020202020204" pitchFamily="34" charset="0"/>
                <a:cs typeface="Arial" panose="020B0604020202020204" pitchFamily="34" charset="0"/>
              </a:rPr>
              <a:t>Data Network </a:t>
            </a:r>
            <a:r>
              <a:rPr lang="en-US" sz="1600" dirty="0">
                <a:solidFill>
                  <a:srgbClr val="000000"/>
                </a:solidFill>
                <a:latin typeface="Arial" panose="020B0604020202020204" pitchFamily="34" charset="0"/>
                <a:cs typeface="Arial" panose="020B0604020202020204" pitchFamily="34" charset="0"/>
              </a:rPr>
              <a:t>– Cisco Routing and Switching on the Local Area Network (LAN), across the  Wide Area Network (WAN), Data Centers, and Internet. Performance and capacity management planning. OSPF/BGP, QoS, VPN, Multicast, and MPLS support across enterprise networks including LTE environment.</a:t>
            </a:r>
          </a:p>
          <a:p>
            <a:pPr marL="285750" indent="-285750" algn="just">
              <a:spcBef>
                <a:spcPts val="300"/>
              </a:spcBef>
              <a:spcAft>
                <a:spcPts val="1200"/>
              </a:spcAft>
              <a:buClr>
                <a:schemeClr val="accent2"/>
              </a:buClr>
              <a:buFont typeface="Arial" panose="020B0604020202020204" pitchFamily="34" charset="0"/>
              <a:buChar char="•"/>
            </a:pPr>
            <a:r>
              <a:rPr lang="en-US" sz="1600" b="1" dirty="0">
                <a:solidFill>
                  <a:srgbClr val="000000"/>
                </a:solidFill>
                <a:latin typeface="Arial" panose="020B0604020202020204" pitchFamily="34" charset="0"/>
                <a:cs typeface="Arial" panose="020B0604020202020204" pitchFamily="34" charset="0"/>
              </a:rPr>
              <a:t>Strategic Services &amp; Fixed Wireless – </a:t>
            </a:r>
            <a:r>
              <a:rPr lang="en-US" sz="1600" dirty="0">
                <a:solidFill>
                  <a:srgbClr val="000000"/>
                </a:solidFill>
                <a:latin typeface="Arial" panose="020B0604020202020204" pitchFamily="34" charset="0"/>
                <a:cs typeface="Arial" panose="020B0604020202020204" pitchFamily="34" charset="0"/>
              </a:rPr>
              <a:t>Enterprise Network lifecycle program planning &amp; tracking, Asset Management planning &amp; implementation, Data visualization &amp; reporting for Network lifecycle, Code &amp; Configuration management, Network Services KPIs, and GE Orbit support KPIs.</a:t>
            </a:r>
          </a:p>
          <a:p>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744EA62-7888-EF4F-AC85-D3E560BB19FB}" type="slidenum">
              <a:rPr lang="en-US" smtClean="0"/>
              <a:t>8</a:t>
            </a:fld>
            <a:endParaRPr lang="en-US"/>
          </a:p>
        </p:txBody>
      </p:sp>
    </p:spTree>
    <p:extLst>
      <p:ext uri="{BB962C8B-B14F-4D97-AF65-F5344CB8AC3E}">
        <p14:creationId xmlns:p14="http://schemas.microsoft.com/office/powerpoint/2010/main" val="3646298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Reworded this to change the prompt from focusing on productivity. Let me know what you think about this rewording.</a:t>
            </a:r>
          </a:p>
        </p:txBody>
      </p:sp>
      <p:sp>
        <p:nvSpPr>
          <p:cNvPr id="4" name="Slide Number Placeholder 3"/>
          <p:cNvSpPr>
            <a:spLocks noGrp="1"/>
          </p:cNvSpPr>
          <p:nvPr>
            <p:ph type="sldNum" sz="quarter" idx="5"/>
          </p:nvPr>
        </p:nvSpPr>
        <p:spPr/>
        <p:txBody>
          <a:bodyPr/>
          <a:lstStyle/>
          <a:p>
            <a:fld id="{B744EA62-7888-EF4F-AC85-D3E560BB19FB}" type="slidenum">
              <a:rPr lang="en-US" smtClean="0"/>
              <a:t>11</a:t>
            </a:fld>
            <a:endParaRPr lang="en-US"/>
          </a:p>
        </p:txBody>
      </p:sp>
    </p:spTree>
    <p:extLst>
      <p:ext uri="{BB962C8B-B14F-4D97-AF65-F5344CB8AC3E}">
        <p14:creationId xmlns:p14="http://schemas.microsoft.com/office/powerpoint/2010/main" val="1092191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What do you think about hiding this slide? Not sure if we need the graphic at the bottom. I added Shawn's comment about the IOC sometimes closing the tickets in the next slide. </a:t>
            </a:r>
          </a:p>
        </p:txBody>
      </p:sp>
      <p:sp>
        <p:nvSpPr>
          <p:cNvPr id="4" name="Slide Number Placeholder 3"/>
          <p:cNvSpPr>
            <a:spLocks noGrp="1"/>
          </p:cNvSpPr>
          <p:nvPr>
            <p:ph type="sldNum" sz="quarter" idx="5"/>
          </p:nvPr>
        </p:nvSpPr>
        <p:spPr/>
        <p:txBody>
          <a:bodyPr/>
          <a:lstStyle/>
          <a:p>
            <a:fld id="{B744EA62-7888-EF4F-AC85-D3E560BB19FB}" type="slidenum">
              <a:rPr lang="en-US" smtClean="0"/>
              <a:t>13</a:t>
            </a:fld>
            <a:endParaRPr lang="en-US"/>
          </a:p>
        </p:txBody>
      </p:sp>
    </p:spTree>
    <p:extLst>
      <p:ext uri="{BB962C8B-B14F-4D97-AF65-F5344CB8AC3E}">
        <p14:creationId xmlns:p14="http://schemas.microsoft.com/office/powerpoint/2010/main" val="18865556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1085871"/>
            <a:ext cx="8046720" cy="1508120"/>
          </a:xfrm>
          <a:prstGeom prst="rect">
            <a:avLst/>
          </a:prstGeom>
        </p:spPr>
        <p:txBody>
          <a:bodyPr vert="horz" lIns="0" tIns="0" rIns="0" bIns="0" rtlCol="0" anchor="b" anchorCtr="0">
            <a:noAutofit/>
          </a:bodyPr>
          <a:lstStyle>
            <a:lvl1pPr algn="l">
              <a:defRPr sz="4200" b="0" i="0" baseline="0">
                <a:latin typeface="Calibri Light" panose="020F0302020204030204" pitchFamily="34" charset="0"/>
              </a:defRPr>
            </a:lvl1pPr>
          </a:lstStyle>
          <a:p>
            <a:r>
              <a:rPr lang="en-US"/>
              <a:t>Click to edit title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662773" y="6503912"/>
            <a:ext cx="312907" cy="287259"/>
          </a:xfrm>
          <a:prstGeom prst="rect">
            <a:avLst/>
          </a:prstGeom>
          <a:noFill/>
        </p:spPr>
        <p:txBody>
          <a:bodyPr wrap="square" lIns="0" rIns="0" rtlCol="0">
            <a:noAutofit/>
          </a:bodyPr>
          <a:lstStyle/>
          <a:p>
            <a:pPr algn="r"/>
            <a:endParaRPr lang="en-US" sz="800">
              <a:solidFill>
                <a:schemeClr val="tx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a:solidFill>
                  <a:schemeClr val="tx1"/>
                </a:solidFill>
              </a:defRPr>
            </a:lvl1pPr>
          </a:lstStyle>
          <a:p>
            <a:endParaRPr lang="en-US"/>
          </a:p>
        </p:txBody>
      </p:sp>
      <p:pic>
        <p:nvPicPr>
          <p:cNvPr id="9" name="Picture 8">
            <a:extLst>
              <a:ext uri="{FF2B5EF4-FFF2-40B4-BE49-F238E27FC236}">
                <a16:creationId xmlns:a16="http://schemas.microsoft.com/office/drawing/2014/main" id="{6BC70CA5-3E91-494C-A000-AE857AE6533E}"/>
              </a:ext>
            </a:extLst>
          </p:cNvPr>
          <p:cNvPicPr>
            <a:picLocks noChangeAspect="1"/>
          </p:cNvPicPr>
          <p:nvPr userDrawn="1"/>
        </p:nvPicPr>
        <p:blipFill>
          <a:blip r:embed="rId3"/>
          <a:stretch>
            <a:fillRect/>
          </a:stretch>
        </p:blipFill>
        <p:spPr>
          <a:xfrm>
            <a:off x="548640" y="5870271"/>
            <a:ext cx="2743200" cy="391886"/>
          </a:xfrm>
          <a:prstGeom prst="rect">
            <a:avLst/>
          </a:prstGeom>
        </p:spPr>
      </p:pic>
      <p:sp>
        <p:nvSpPr>
          <p:cNvPr id="12" name="Text Placeholder 2">
            <a:extLst>
              <a:ext uri="{FF2B5EF4-FFF2-40B4-BE49-F238E27FC236}">
                <a16:creationId xmlns:a16="http://schemas.microsoft.com/office/drawing/2014/main" id="{CC3D1E65-D7AE-3142-8C8A-3DD3F7A12A51}"/>
              </a:ext>
            </a:extLst>
          </p:cNvPr>
          <p:cNvSpPr>
            <a:spLocks noGrp="1"/>
          </p:cNvSpPr>
          <p:nvPr>
            <p:ph type="body" idx="10" hasCustomPrompt="1"/>
          </p:nvPr>
        </p:nvSpPr>
        <p:spPr>
          <a:xfrm>
            <a:off x="548640" y="2858947"/>
            <a:ext cx="8046720" cy="686893"/>
          </a:xfrm>
          <a:prstGeom prst="rect">
            <a:avLst/>
          </a:prstGeom>
        </p:spPr>
        <p:txBody>
          <a:bodyPr lIns="0" tIns="0" rIns="0" bIns="0"/>
          <a:lstStyle>
            <a:lvl1pPr marL="0" indent="0">
              <a:buFontTx/>
              <a:buNone/>
              <a:defRPr sz="2000" b="1" baseline="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 date</a:t>
            </a:r>
          </a:p>
        </p:txBody>
      </p:sp>
    </p:spTree>
    <p:extLst>
      <p:ext uri="{BB962C8B-B14F-4D97-AF65-F5344CB8AC3E}">
        <p14:creationId xmlns:p14="http://schemas.microsoft.com/office/powerpoint/2010/main" val="1800975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1085871"/>
            <a:ext cx="8046720" cy="1508120"/>
          </a:xfrm>
          <a:prstGeom prst="rect">
            <a:avLst/>
          </a:prstGeom>
        </p:spPr>
        <p:txBody>
          <a:bodyPr vert="horz" lIns="0" tIns="0" rIns="0" bIns="0" rtlCol="0" anchor="b" anchorCtr="0">
            <a:noAutofit/>
          </a:bodyPr>
          <a:lstStyle>
            <a:lvl1pPr algn="l">
              <a:defRPr sz="4200" b="0" i="0" baseline="0">
                <a:solidFill>
                  <a:schemeClr val="bg1"/>
                </a:solidFill>
                <a:latin typeface="Calibri Light" panose="020F0302020204030204" pitchFamily="34" charset="0"/>
              </a:defRPr>
            </a:lvl1pPr>
          </a:lstStyle>
          <a:p>
            <a:r>
              <a:rPr lang="en-US"/>
              <a:t>Click to edit title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662773" y="6503912"/>
            <a:ext cx="312907" cy="287259"/>
          </a:xfrm>
          <a:prstGeom prst="rect">
            <a:avLst/>
          </a:prstGeom>
          <a:noFill/>
        </p:spPr>
        <p:txBody>
          <a:bodyPr wrap="square" lIns="0" rIns="0" rtlCol="0">
            <a:noAutofit/>
          </a:bodyPr>
          <a:lstStyle/>
          <a:p>
            <a:pPr algn="r"/>
            <a:endParaRPr lang="en-US" sz="800" baseline="0">
              <a:solidFill>
                <a:schemeClr val="bg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pic>
        <p:nvPicPr>
          <p:cNvPr id="10" name="Picture 9" descr="A picture containing text, clipart&#10;&#10;Description automatically generated">
            <a:extLst>
              <a:ext uri="{FF2B5EF4-FFF2-40B4-BE49-F238E27FC236}">
                <a16:creationId xmlns:a16="http://schemas.microsoft.com/office/drawing/2014/main" id="{2CE1B9AC-F14A-AB40-AB96-CCFF9C344ADA}"/>
              </a:ext>
            </a:extLst>
          </p:cNvPr>
          <p:cNvPicPr>
            <a:picLocks noChangeAspect="1"/>
          </p:cNvPicPr>
          <p:nvPr userDrawn="1"/>
        </p:nvPicPr>
        <p:blipFill>
          <a:blip r:embed="rId3"/>
          <a:stretch>
            <a:fillRect/>
          </a:stretch>
        </p:blipFill>
        <p:spPr>
          <a:xfrm>
            <a:off x="548640" y="5870449"/>
            <a:ext cx="2743200" cy="387350"/>
          </a:xfrm>
          <a:prstGeom prst="rect">
            <a:avLst/>
          </a:prstGeom>
        </p:spPr>
      </p:pic>
      <p:sp>
        <p:nvSpPr>
          <p:cNvPr id="12" name="Text Placeholder 2">
            <a:extLst>
              <a:ext uri="{FF2B5EF4-FFF2-40B4-BE49-F238E27FC236}">
                <a16:creationId xmlns:a16="http://schemas.microsoft.com/office/drawing/2014/main" id="{2F23098E-091B-D64C-9E79-E1A261257A58}"/>
              </a:ext>
            </a:extLst>
          </p:cNvPr>
          <p:cNvSpPr>
            <a:spLocks noGrp="1"/>
          </p:cNvSpPr>
          <p:nvPr>
            <p:ph type="body" idx="10" hasCustomPrompt="1"/>
          </p:nvPr>
        </p:nvSpPr>
        <p:spPr>
          <a:xfrm>
            <a:off x="548640" y="2858947"/>
            <a:ext cx="8046720" cy="686893"/>
          </a:xfrm>
          <a:prstGeom prst="rect">
            <a:avLst/>
          </a:prstGeom>
        </p:spPr>
        <p:txBody>
          <a:bodyPr lIns="0" tIns="0" rIns="0" bIns="0"/>
          <a:lstStyle>
            <a:lvl1pPr marL="0" indent="0">
              <a:buFontTx/>
              <a:buNone/>
              <a:defRPr sz="20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 date</a:t>
            </a:r>
          </a:p>
        </p:txBody>
      </p:sp>
    </p:spTree>
    <p:extLst>
      <p:ext uri="{BB962C8B-B14F-4D97-AF65-F5344CB8AC3E}">
        <p14:creationId xmlns:p14="http://schemas.microsoft.com/office/powerpoint/2010/main" val="1199724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1085871"/>
            <a:ext cx="8046720" cy="1508120"/>
          </a:xfrm>
          <a:prstGeom prst="rect">
            <a:avLst/>
          </a:prstGeom>
        </p:spPr>
        <p:txBody>
          <a:bodyPr vert="horz" lIns="0" tIns="0" rIns="0" bIns="0" rtlCol="0" anchor="b" anchorCtr="0">
            <a:noAutofit/>
          </a:bodyPr>
          <a:lstStyle>
            <a:lvl1pPr algn="l">
              <a:defRPr sz="4200" b="0" i="0" baseline="0">
                <a:solidFill>
                  <a:schemeClr val="bg1"/>
                </a:solidFill>
                <a:latin typeface="Calibri Light" panose="020F0302020204030204" pitchFamily="34" charset="0"/>
              </a:defRPr>
            </a:lvl1pPr>
          </a:lstStyle>
          <a:p>
            <a:r>
              <a:rPr lang="en-US"/>
              <a:t>Click to edit title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662773" y="6503912"/>
            <a:ext cx="312907" cy="287259"/>
          </a:xfrm>
          <a:prstGeom prst="rect">
            <a:avLst/>
          </a:prstGeom>
          <a:noFill/>
        </p:spPr>
        <p:txBody>
          <a:bodyPr wrap="square" lIns="0" rIns="0" rtlCol="0">
            <a:noAutofit/>
          </a:bodyPr>
          <a:lstStyle/>
          <a:p>
            <a:pPr algn="r"/>
            <a:endParaRPr lang="en-US" sz="800" baseline="0">
              <a:solidFill>
                <a:schemeClr val="bg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sp>
        <p:nvSpPr>
          <p:cNvPr id="10" name="Text Placeholder 2">
            <a:extLst>
              <a:ext uri="{FF2B5EF4-FFF2-40B4-BE49-F238E27FC236}">
                <a16:creationId xmlns:a16="http://schemas.microsoft.com/office/drawing/2014/main" id="{29DE9DC1-BCAD-2D44-B9A3-9A54F016A021}"/>
              </a:ext>
            </a:extLst>
          </p:cNvPr>
          <p:cNvSpPr>
            <a:spLocks noGrp="1"/>
          </p:cNvSpPr>
          <p:nvPr>
            <p:ph type="body" idx="10" hasCustomPrompt="1"/>
          </p:nvPr>
        </p:nvSpPr>
        <p:spPr>
          <a:xfrm>
            <a:off x="548640" y="2858947"/>
            <a:ext cx="8046720" cy="686893"/>
          </a:xfrm>
          <a:prstGeom prst="rect">
            <a:avLst/>
          </a:prstGeom>
        </p:spPr>
        <p:txBody>
          <a:bodyPr lIns="0" tIns="0" rIns="0" bIns="0"/>
          <a:lstStyle>
            <a:lvl1pPr marL="0" indent="0">
              <a:buFontTx/>
              <a:buNone/>
              <a:defRPr sz="20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 date</a:t>
            </a:r>
          </a:p>
        </p:txBody>
      </p:sp>
      <p:pic>
        <p:nvPicPr>
          <p:cNvPr id="8" name="Picture 7">
            <a:extLst>
              <a:ext uri="{FF2B5EF4-FFF2-40B4-BE49-F238E27FC236}">
                <a16:creationId xmlns:a16="http://schemas.microsoft.com/office/drawing/2014/main" id="{F4A45624-A4C2-874A-803A-D6A1717D2045}"/>
              </a:ext>
            </a:extLst>
          </p:cNvPr>
          <p:cNvPicPr>
            <a:picLocks noChangeAspect="1"/>
          </p:cNvPicPr>
          <p:nvPr userDrawn="1"/>
        </p:nvPicPr>
        <p:blipFill>
          <a:blip r:embed="rId3"/>
          <a:stretch>
            <a:fillRect/>
          </a:stretch>
        </p:blipFill>
        <p:spPr>
          <a:xfrm>
            <a:off x="548640" y="5870449"/>
            <a:ext cx="2743200" cy="390379"/>
          </a:xfrm>
          <a:prstGeom prst="rect">
            <a:avLst/>
          </a:prstGeom>
        </p:spPr>
      </p:pic>
    </p:spTree>
    <p:extLst>
      <p:ext uri="{BB962C8B-B14F-4D97-AF65-F5344CB8AC3E}">
        <p14:creationId xmlns:p14="http://schemas.microsoft.com/office/powerpoint/2010/main" val="165121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919509"/>
            <a:ext cx="8046720" cy="1508120"/>
          </a:xfrm>
          <a:prstGeom prst="rect">
            <a:avLst/>
          </a:prstGeom>
        </p:spPr>
        <p:txBody>
          <a:bodyPr vert="horz" lIns="0" tIns="0" rIns="0" bIns="0" rtlCol="0" anchor="b" anchorCtr="0">
            <a:noAutofit/>
          </a:bodyPr>
          <a:lstStyle>
            <a:lvl1pPr algn="l">
              <a:defRPr sz="4200" b="0" i="0" baseline="0">
                <a:solidFill>
                  <a:schemeClr val="bg1"/>
                </a:solidFill>
                <a:latin typeface="Calibri Light" panose="020F0302020204030204" pitchFamily="34" charset="0"/>
              </a:defRPr>
            </a:lvl1pPr>
          </a:lstStyle>
          <a:p>
            <a:r>
              <a:rPr lang="en-US"/>
              <a:t>Section divider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778240" y="6528816"/>
            <a:ext cx="312907" cy="287259"/>
          </a:xfrm>
          <a:prstGeom prst="rect">
            <a:avLst/>
          </a:prstGeom>
          <a:noFill/>
        </p:spPr>
        <p:txBody>
          <a:bodyPr wrap="square" lIns="91440" rIns="91440" rtlCol="0" anchor="ctr" anchorCtr="0">
            <a:noAutofit/>
          </a:bodyPr>
          <a:lstStyle/>
          <a:p>
            <a:pPr algn="r"/>
            <a:fld id="{E69191C5-0CDC-DB4B-ACAB-57E8E7ED39E6}" type="slidenum">
              <a:rPr lang="en-US" sz="800" baseline="0" smtClean="0">
                <a:solidFill>
                  <a:schemeClr val="bg1"/>
                </a:solidFill>
              </a:rPr>
              <a:pPr algn="r"/>
              <a:t>‹#›</a:t>
            </a:fld>
            <a:endParaRPr lang="en-US" sz="800" baseline="0">
              <a:solidFill>
                <a:schemeClr val="bg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pic>
        <p:nvPicPr>
          <p:cNvPr id="14" name="Picture 13" descr="A picture containing shape&#10;&#10;Description automatically generated">
            <a:extLst>
              <a:ext uri="{FF2B5EF4-FFF2-40B4-BE49-F238E27FC236}">
                <a16:creationId xmlns:a16="http://schemas.microsoft.com/office/drawing/2014/main" id="{5E14C9C4-DCEC-3448-9A74-2D2EE925F422}"/>
              </a:ext>
            </a:extLst>
          </p:cNvPr>
          <p:cNvPicPr>
            <a:picLocks noChangeAspect="1"/>
          </p:cNvPicPr>
          <p:nvPr userDrawn="1"/>
        </p:nvPicPr>
        <p:blipFill>
          <a:blip r:embed="rId3"/>
          <a:stretch>
            <a:fillRect/>
          </a:stretch>
        </p:blipFill>
        <p:spPr>
          <a:xfrm>
            <a:off x="491742" y="5776769"/>
            <a:ext cx="512403" cy="512403"/>
          </a:xfrm>
          <a:prstGeom prst="rect">
            <a:avLst/>
          </a:prstGeom>
        </p:spPr>
      </p:pic>
    </p:spTree>
    <p:extLst>
      <p:ext uri="{BB962C8B-B14F-4D97-AF65-F5344CB8AC3E}">
        <p14:creationId xmlns:p14="http://schemas.microsoft.com/office/powerpoint/2010/main" val="4001733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919509"/>
            <a:ext cx="8046720" cy="1508120"/>
          </a:xfrm>
          <a:prstGeom prst="rect">
            <a:avLst/>
          </a:prstGeom>
        </p:spPr>
        <p:txBody>
          <a:bodyPr vert="horz" lIns="0" tIns="0" rIns="0" bIns="0" rtlCol="0" anchor="b" anchorCtr="0">
            <a:noAutofit/>
          </a:bodyPr>
          <a:lstStyle>
            <a:lvl1pPr algn="l">
              <a:defRPr sz="4200" b="0" i="0" baseline="0">
                <a:solidFill>
                  <a:schemeClr val="bg1"/>
                </a:solidFill>
                <a:latin typeface="Calibri Light" panose="020F0302020204030204" pitchFamily="34" charset="0"/>
              </a:defRPr>
            </a:lvl1pPr>
          </a:lstStyle>
          <a:p>
            <a:r>
              <a:rPr lang="en-US"/>
              <a:t>Section divider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778240" y="6528816"/>
            <a:ext cx="312907" cy="287259"/>
          </a:xfrm>
          <a:prstGeom prst="rect">
            <a:avLst/>
          </a:prstGeom>
          <a:noFill/>
        </p:spPr>
        <p:txBody>
          <a:bodyPr wrap="square" lIns="91440" rIns="91440" rtlCol="0" anchor="ctr" anchorCtr="0">
            <a:noAutofit/>
          </a:bodyPr>
          <a:lstStyle/>
          <a:p>
            <a:pPr algn="r"/>
            <a:fld id="{E69191C5-0CDC-DB4B-ACAB-57E8E7ED39E6}" type="slidenum">
              <a:rPr lang="en-US" sz="800" baseline="0" smtClean="0">
                <a:solidFill>
                  <a:schemeClr val="bg1"/>
                </a:solidFill>
              </a:rPr>
              <a:pPr algn="r"/>
              <a:t>‹#›</a:t>
            </a:fld>
            <a:endParaRPr lang="en-US" sz="800" baseline="0">
              <a:solidFill>
                <a:schemeClr val="bg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pic>
        <p:nvPicPr>
          <p:cNvPr id="3" name="Picture 2">
            <a:extLst>
              <a:ext uri="{FF2B5EF4-FFF2-40B4-BE49-F238E27FC236}">
                <a16:creationId xmlns:a16="http://schemas.microsoft.com/office/drawing/2014/main" id="{FC3E3756-B372-4E40-81E5-E70E4AA5949F}"/>
              </a:ext>
            </a:extLst>
          </p:cNvPr>
          <p:cNvPicPr>
            <a:picLocks noChangeAspect="1"/>
          </p:cNvPicPr>
          <p:nvPr userDrawn="1"/>
        </p:nvPicPr>
        <p:blipFill>
          <a:blip r:embed="rId3"/>
          <a:stretch>
            <a:fillRect/>
          </a:stretch>
        </p:blipFill>
        <p:spPr>
          <a:xfrm>
            <a:off x="541161" y="5858934"/>
            <a:ext cx="398686" cy="345016"/>
          </a:xfrm>
          <a:prstGeom prst="rect">
            <a:avLst/>
          </a:prstGeom>
        </p:spPr>
      </p:pic>
    </p:spTree>
    <p:extLst>
      <p:ext uri="{BB962C8B-B14F-4D97-AF65-F5344CB8AC3E}">
        <p14:creationId xmlns:p14="http://schemas.microsoft.com/office/powerpoint/2010/main" val="2288419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extBox 6"/>
          <p:cNvSpPr txBox="1"/>
          <p:nvPr userDrawn="1"/>
        </p:nvSpPr>
        <p:spPr>
          <a:xfrm>
            <a:off x="8778240" y="6528816"/>
            <a:ext cx="312907" cy="287259"/>
          </a:xfrm>
          <a:prstGeom prst="rect">
            <a:avLst/>
          </a:prstGeom>
          <a:noFill/>
        </p:spPr>
        <p:txBody>
          <a:bodyPr wrap="square" lIns="91440" rIns="91440" rtlCol="0" anchor="ctr" anchorCtr="0">
            <a:noAutofit/>
          </a:bodyPr>
          <a:lstStyle/>
          <a:p>
            <a:pPr algn="r"/>
            <a:endParaRPr lang="en-US" sz="800">
              <a:solidFill>
                <a:schemeClr val="tx1"/>
              </a:solidFill>
            </a:endParaRPr>
          </a:p>
        </p:txBody>
      </p:sp>
      <p:sp>
        <p:nvSpPr>
          <p:cNvPr id="10" name="Title Placeholder 1">
            <a:extLst>
              <a:ext uri="{FF2B5EF4-FFF2-40B4-BE49-F238E27FC236}">
                <a16:creationId xmlns:a16="http://schemas.microsoft.com/office/drawing/2014/main" id="{EE742444-7262-8F49-B4C4-477A6643FBC0}"/>
              </a:ext>
            </a:extLst>
          </p:cNvPr>
          <p:cNvSpPr>
            <a:spLocks noGrp="1"/>
          </p:cNvSpPr>
          <p:nvPr>
            <p:ph type="title" hasCustomPrompt="1"/>
          </p:nvPr>
        </p:nvSpPr>
        <p:spPr>
          <a:xfrm>
            <a:off x="278601" y="146304"/>
            <a:ext cx="8587537" cy="604865"/>
          </a:xfrm>
          <a:prstGeom prst="rect">
            <a:avLst/>
          </a:prstGeom>
        </p:spPr>
        <p:txBody>
          <a:bodyPr vert="horz" lIns="0" tIns="0" rIns="0" bIns="0" rtlCol="0" anchor="ctr" anchorCtr="0">
            <a:noAutofit/>
          </a:bodyPr>
          <a:lstStyle>
            <a:lvl1pPr>
              <a:defRPr b="0" i="0" baseline="0">
                <a:solidFill>
                  <a:srgbClr val="000000"/>
                </a:solidFill>
                <a:latin typeface="Calibri" panose="020F0502020204030204" pitchFamily="34" charset="0"/>
                <a:cs typeface="Calibri" panose="020F0502020204030204" pitchFamily="34" charset="0"/>
              </a:defRPr>
            </a:lvl1pPr>
          </a:lstStyle>
          <a:p>
            <a:r>
              <a:rPr lang="en-US"/>
              <a:t>Click to edit title</a:t>
            </a:r>
          </a:p>
        </p:txBody>
      </p:sp>
      <p:sp>
        <p:nvSpPr>
          <p:cNvPr id="9" name="Footer Placeholder 4">
            <a:extLst>
              <a:ext uri="{FF2B5EF4-FFF2-40B4-BE49-F238E27FC236}">
                <a16:creationId xmlns:a16="http://schemas.microsoft.com/office/drawing/2014/main" id="{D93DF5D0-4990-484A-BCDA-17365D8581B4}"/>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8" name="Text Placeholder 2">
            <a:extLst>
              <a:ext uri="{FF2B5EF4-FFF2-40B4-BE49-F238E27FC236}">
                <a16:creationId xmlns:a16="http://schemas.microsoft.com/office/drawing/2014/main" id="{E97BA3D8-9A9B-4540-AC3C-9166040012C8}"/>
              </a:ext>
            </a:extLst>
          </p:cNvPr>
          <p:cNvSpPr>
            <a:spLocks noGrp="1"/>
          </p:cNvSpPr>
          <p:nvPr>
            <p:ph idx="1"/>
          </p:nvPr>
        </p:nvSpPr>
        <p:spPr>
          <a:xfrm>
            <a:off x="457199" y="1280160"/>
            <a:ext cx="8229600" cy="5120640"/>
          </a:xfrm>
          <a:prstGeom prst="rect">
            <a:avLst/>
          </a:prstGeom>
          <a:noFill/>
        </p:spPr>
        <p:txBody>
          <a:bodyPr vert="horz" lIns="0" tIns="0" rIns="0" bIns="0" rtlCol="0">
            <a:noAutofit/>
          </a:bodyPr>
          <a:lstStyle>
            <a:lvl1pPr>
              <a:defRPr sz="2400"/>
            </a:lvl1pPr>
            <a:lvl2pPr>
              <a:defRPr baseline="0">
                <a:solidFill>
                  <a:schemeClr val="tx1"/>
                </a:solidFill>
              </a:defRPr>
            </a:lvl2pPr>
            <a:lvl3pPr>
              <a:defRPr baseline="0">
                <a:solidFill>
                  <a:schemeClr val="tx1"/>
                </a:solidFill>
              </a:defRPr>
            </a:lvl3pPr>
            <a:lvl4pPr>
              <a:defRPr baseline="0">
                <a:solidFill>
                  <a:schemeClr val="tx1"/>
                </a:solidFill>
              </a:defRPr>
            </a:lvl4pPr>
            <a:lvl5pPr>
              <a:defRPr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437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327CC78E-CAEF-4843-8DF2-5790AC5676B0}"/>
              </a:ext>
            </a:extLst>
          </p:cNvPr>
          <p:cNvSpPr txBox="1"/>
          <p:nvPr userDrawn="1"/>
        </p:nvSpPr>
        <p:spPr>
          <a:xfrm>
            <a:off x="8662773" y="6528816"/>
            <a:ext cx="312907" cy="287259"/>
          </a:xfrm>
          <a:prstGeom prst="rect">
            <a:avLst/>
          </a:prstGeom>
          <a:noFill/>
        </p:spPr>
        <p:txBody>
          <a:bodyPr wrap="square" lIns="0" rIns="0" rtlCol="0" anchor="ctr" anchorCtr="0">
            <a:noAutofit/>
          </a:bodyPr>
          <a:lstStyle/>
          <a:p>
            <a:pPr algn="r"/>
            <a:fld id="{E69191C5-0CDC-DB4B-ACAB-57E8E7ED39E6}" type="slidenum">
              <a:rPr lang="en-US" sz="800" baseline="0" smtClean="0">
                <a:solidFill>
                  <a:schemeClr val="bg1"/>
                </a:solidFill>
              </a:rPr>
              <a:pPr algn="r"/>
              <a:t>‹#›</a:t>
            </a:fld>
            <a:endParaRPr lang="en-US" sz="800" baseline="0">
              <a:solidFill>
                <a:schemeClr val="bg1"/>
              </a:solidFill>
            </a:endParaRPr>
          </a:p>
        </p:txBody>
      </p:sp>
      <p:sp>
        <p:nvSpPr>
          <p:cNvPr id="7" name="TextBox 6"/>
          <p:cNvSpPr txBox="1"/>
          <p:nvPr userDrawn="1"/>
        </p:nvSpPr>
        <p:spPr>
          <a:xfrm>
            <a:off x="8778240" y="6528816"/>
            <a:ext cx="312907" cy="287259"/>
          </a:xfrm>
          <a:prstGeom prst="rect">
            <a:avLst/>
          </a:prstGeom>
          <a:noFill/>
        </p:spPr>
        <p:txBody>
          <a:bodyPr wrap="square" lIns="91440" rIns="91440" rtlCol="0" anchor="ctr" anchorCtr="0">
            <a:noAutofit/>
          </a:bodyPr>
          <a:lstStyle/>
          <a:p>
            <a:pPr algn="r"/>
            <a:endParaRPr lang="en-US" sz="800">
              <a:solidFill>
                <a:schemeClr val="tx1"/>
              </a:solidFill>
            </a:endParaRPr>
          </a:p>
        </p:txBody>
      </p:sp>
      <p:sp>
        <p:nvSpPr>
          <p:cNvPr id="10" name="Title Placeholder 1">
            <a:extLst>
              <a:ext uri="{FF2B5EF4-FFF2-40B4-BE49-F238E27FC236}">
                <a16:creationId xmlns:a16="http://schemas.microsoft.com/office/drawing/2014/main" id="{EE742444-7262-8F49-B4C4-477A6643FBC0}"/>
              </a:ext>
            </a:extLst>
          </p:cNvPr>
          <p:cNvSpPr>
            <a:spLocks noGrp="1"/>
          </p:cNvSpPr>
          <p:nvPr>
            <p:ph type="title" hasCustomPrompt="1"/>
          </p:nvPr>
        </p:nvSpPr>
        <p:spPr>
          <a:xfrm>
            <a:off x="278601" y="146304"/>
            <a:ext cx="8587537" cy="604865"/>
          </a:xfrm>
          <a:prstGeom prst="rect">
            <a:avLst/>
          </a:prstGeom>
        </p:spPr>
        <p:txBody>
          <a:bodyPr vert="horz" lIns="0" tIns="0" rIns="0" bIns="0" rtlCol="0" anchor="ctr" anchorCtr="0">
            <a:noAutofit/>
          </a:bodyPr>
          <a:lstStyle>
            <a:lvl1pPr>
              <a:defRPr b="0" i="0" baseline="0">
                <a:solidFill>
                  <a:srgbClr val="000000"/>
                </a:solidFill>
                <a:latin typeface="Calibri" panose="020F0502020204030204" pitchFamily="34" charset="0"/>
                <a:cs typeface="Calibri" panose="020F0502020204030204" pitchFamily="34" charset="0"/>
              </a:defRPr>
            </a:lvl1pPr>
          </a:lstStyle>
          <a:p>
            <a:r>
              <a:rPr lang="en-US"/>
              <a:t>Click to edit title</a:t>
            </a:r>
          </a:p>
        </p:txBody>
      </p:sp>
      <p:sp>
        <p:nvSpPr>
          <p:cNvPr id="9" name="Footer Placeholder 4">
            <a:extLst>
              <a:ext uri="{FF2B5EF4-FFF2-40B4-BE49-F238E27FC236}">
                <a16:creationId xmlns:a16="http://schemas.microsoft.com/office/drawing/2014/main" id="{D93DF5D0-4990-484A-BCDA-17365D8581B4}"/>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sp>
        <p:nvSpPr>
          <p:cNvPr id="8" name="Text Placeholder 2">
            <a:extLst>
              <a:ext uri="{FF2B5EF4-FFF2-40B4-BE49-F238E27FC236}">
                <a16:creationId xmlns:a16="http://schemas.microsoft.com/office/drawing/2014/main" id="{394B3F07-9ADF-C94A-8650-FE6FF2D32190}"/>
              </a:ext>
            </a:extLst>
          </p:cNvPr>
          <p:cNvSpPr>
            <a:spLocks noGrp="1"/>
          </p:cNvSpPr>
          <p:nvPr>
            <p:ph idx="1"/>
          </p:nvPr>
        </p:nvSpPr>
        <p:spPr>
          <a:xfrm>
            <a:off x="457200" y="1280160"/>
            <a:ext cx="8229600" cy="5120640"/>
          </a:xfrm>
          <a:prstGeom prst="rect">
            <a:avLst/>
          </a:prstGeom>
          <a:noFill/>
        </p:spPr>
        <p:txBody>
          <a:bodyPr vert="horz" lIns="0" tIns="0" rIns="0" bIns="0" rtlCol="0">
            <a:noAutofit/>
          </a:bodyPr>
          <a:lstStyle>
            <a:lvl1pPr marL="173736" indent="-173736">
              <a:buFont typeface="Arial" panose="020B0604020202020204" pitchFamily="34" charset="0"/>
              <a:buChar char="•"/>
              <a:defRPr sz="2400" baseline="0"/>
            </a:lvl1pPr>
            <a:lvl2pPr marL="466344" indent="-292608">
              <a:buFont typeface="System Font Regular"/>
              <a:buChar char="–"/>
              <a:defRPr sz="2000" baseline="0">
                <a:latin typeface="Calibri Light" panose="020F0502020204030204" pitchFamily="34" charset="0"/>
              </a:defRPr>
            </a:lvl2pPr>
            <a:lvl3pPr marL="612648" indent="-146304">
              <a:buFont typeface="System Font Regular"/>
              <a:buChar char="»"/>
              <a:defRPr sz="1600" baseline="0">
                <a:latin typeface="Calibri Light" panose="020F0502020204030204" pitchFamily="34" charset="0"/>
              </a:defRPr>
            </a:lvl3pPr>
            <a:lvl4pPr marL="768096" indent="-173736">
              <a:buFont typeface="Arial" panose="020B0604020202020204" pitchFamily="34" charset="0"/>
              <a:buChar char="•"/>
              <a:defRPr sz="1600" baseline="0">
                <a:latin typeface="Calibri Light" panose="020F0502020204030204" pitchFamily="34" charset="0"/>
              </a:defRPr>
            </a:lvl4pPr>
            <a:lvl5pPr marL="923544" indent="-182880">
              <a:buFont typeface="Arial" panose="020B0604020202020204" pitchFamily="34" charset="0"/>
              <a:buChar char="•"/>
              <a:defRPr sz="1600" baseline="0">
                <a:latin typeface="Calibri Light"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545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2323E2-76B4-1843-BADB-5835D74CE6C9}"/>
              </a:ext>
            </a:extLst>
          </p:cNvPr>
          <p:cNvPicPr>
            <a:picLocks noChangeAspect="1"/>
          </p:cNvPicPr>
          <p:nvPr userDrawn="1"/>
        </p:nvPicPr>
        <p:blipFill>
          <a:blip r:embed="rId2"/>
          <a:stretch>
            <a:fillRect/>
          </a:stretch>
        </p:blipFill>
        <p:spPr>
          <a:xfrm>
            <a:off x="0" y="0"/>
            <a:ext cx="9144000" cy="914400"/>
          </a:xfrm>
          <a:prstGeom prst="rect">
            <a:avLst/>
          </a:prstGeom>
        </p:spPr>
      </p:pic>
      <p:sp>
        <p:nvSpPr>
          <p:cNvPr id="12" name="TextBox 11">
            <a:extLst>
              <a:ext uri="{FF2B5EF4-FFF2-40B4-BE49-F238E27FC236}">
                <a16:creationId xmlns:a16="http://schemas.microsoft.com/office/drawing/2014/main" id="{327CC78E-CAEF-4843-8DF2-5790AC5676B0}"/>
              </a:ext>
            </a:extLst>
          </p:cNvPr>
          <p:cNvSpPr txBox="1"/>
          <p:nvPr userDrawn="1"/>
        </p:nvSpPr>
        <p:spPr>
          <a:xfrm>
            <a:off x="8662773" y="6528816"/>
            <a:ext cx="312907" cy="287259"/>
          </a:xfrm>
          <a:prstGeom prst="rect">
            <a:avLst/>
          </a:prstGeom>
          <a:noFill/>
        </p:spPr>
        <p:txBody>
          <a:bodyPr wrap="square" lIns="0" rIns="0" rtlCol="0" anchor="ctr" anchorCtr="0">
            <a:noAutofit/>
          </a:bodyPr>
          <a:lstStyle/>
          <a:p>
            <a:pPr algn="r"/>
            <a:fld id="{E69191C5-0CDC-DB4B-ACAB-57E8E7ED39E6}" type="slidenum">
              <a:rPr lang="en-US" sz="800" baseline="0" smtClean="0">
                <a:solidFill>
                  <a:schemeClr val="tx1"/>
                </a:solidFill>
              </a:rPr>
              <a:pPr algn="r"/>
              <a:t>‹#›</a:t>
            </a:fld>
            <a:endParaRPr lang="en-US" sz="800" baseline="0">
              <a:solidFill>
                <a:schemeClr val="tx1"/>
              </a:solidFill>
            </a:endParaRPr>
          </a:p>
        </p:txBody>
      </p:sp>
      <p:sp>
        <p:nvSpPr>
          <p:cNvPr id="7" name="TextBox 6"/>
          <p:cNvSpPr txBox="1"/>
          <p:nvPr userDrawn="1"/>
        </p:nvSpPr>
        <p:spPr>
          <a:xfrm>
            <a:off x="8778240" y="6528816"/>
            <a:ext cx="312907" cy="287259"/>
          </a:xfrm>
          <a:prstGeom prst="rect">
            <a:avLst/>
          </a:prstGeom>
          <a:noFill/>
        </p:spPr>
        <p:txBody>
          <a:bodyPr wrap="square" lIns="91440" rIns="91440" rtlCol="0" anchor="ctr" anchorCtr="0">
            <a:noAutofit/>
          </a:bodyPr>
          <a:lstStyle/>
          <a:p>
            <a:pPr algn="r"/>
            <a:endParaRPr lang="en-US" sz="800" baseline="0">
              <a:solidFill>
                <a:schemeClr val="tx1"/>
              </a:solidFill>
            </a:endParaRPr>
          </a:p>
        </p:txBody>
      </p:sp>
      <p:sp>
        <p:nvSpPr>
          <p:cNvPr id="10" name="Title Placeholder 1">
            <a:extLst>
              <a:ext uri="{FF2B5EF4-FFF2-40B4-BE49-F238E27FC236}">
                <a16:creationId xmlns:a16="http://schemas.microsoft.com/office/drawing/2014/main" id="{EE742444-7262-8F49-B4C4-477A6643FBC0}"/>
              </a:ext>
            </a:extLst>
          </p:cNvPr>
          <p:cNvSpPr>
            <a:spLocks noGrp="1"/>
          </p:cNvSpPr>
          <p:nvPr>
            <p:ph type="title" hasCustomPrompt="1"/>
          </p:nvPr>
        </p:nvSpPr>
        <p:spPr>
          <a:xfrm>
            <a:off x="278601" y="146304"/>
            <a:ext cx="8587537" cy="604865"/>
          </a:xfrm>
          <a:prstGeom prst="rect">
            <a:avLst/>
          </a:prstGeom>
        </p:spPr>
        <p:txBody>
          <a:bodyPr vert="horz" lIns="0" tIns="0" rIns="0" bIns="0" rtlCol="0" anchor="ctr" anchorCtr="0">
            <a:noAutofit/>
          </a:bodyPr>
          <a:lstStyle>
            <a:lvl1pPr>
              <a:defRPr b="0" i="0" baseline="0">
                <a:solidFill>
                  <a:schemeClr val="bg1"/>
                </a:solidFill>
                <a:latin typeface="Calibri" panose="020F0502020204030204" pitchFamily="34" charset="0"/>
                <a:cs typeface="Calibri" panose="020F0502020204030204" pitchFamily="34" charset="0"/>
              </a:defRPr>
            </a:lvl1pPr>
          </a:lstStyle>
          <a:p>
            <a:r>
              <a:rPr lang="en-US"/>
              <a:t>Click to edit title</a:t>
            </a:r>
          </a:p>
        </p:txBody>
      </p:sp>
      <p:sp>
        <p:nvSpPr>
          <p:cNvPr id="9" name="Footer Placeholder 4">
            <a:extLst>
              <a:ext uri="{FF2B5EF4-FFF2-40B4-BE49-F238E27FC236}">
                <a16:creationId xmlns:a16="http://schemas.microsoft.com/office/drawing/2014/main" id="{D93DF5D0-4990-484A-BCDA-17365D8581B4}"/>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tx1"/>
                </a:solidFill>
              </a:defRPr>
            </a:lvl1pPr>
          </a:lstStyle>
          <a:p>
            <a:endParaRPr lang="en-US"/>
          </a:p>
        </p:txBody>
      </p:sp>
      <p:sp>
        <p:nvSpPr>
          <p:cNvPr id="8" name="Text Placeholder 2">
            <a:extLst>
              <a:ext uri="{FF2B5EF4-FFF2-40B4-BE49-F238E27FC236}">
                <a16:creationId xmlns:a16="http://schemas.microsoft.com/office/drawing/2014/main" id="{E97BA3D8-9A9B-4540-AC3C-9166040012C8}"/>
              </a:ext>
            </a:extLst>
          </p:cNvPr>
          <p:cNvSpPr>
            <a:spLocks noGrp="1"/>
          </p:cNvSpPr>
          <p:nvPr>
            <p:ph idx="1"/>
          </p:nvPr>
        </p:nvSpPr>
        <p:spPr>
          <a:xfrm>
            <a:off x="457200" y="1280160"/>
            <a:ext cx="8229600" cy="5120640"/>
          </a:xfrm>
          <a:prstGeom prst="rect">
            <a:avLst/>
          </a:prstGeom>
          <a:noFill/>
        </p:spPr>
        <p:txBody>
          <a:bodyPr vert="horz" lIns="0" tIns="0" rIns="0" bIns="0" rtlCol="0">
            <a:noAutofit/>
          </a:bodyPr>
          <a:lstStyle>
            <a:lvl1pPr marL="173736" indent="-173736">
              <a:buFont typeface="Arial" panose="020B0604020202020204" pitchFamily="34" charset="0"/>
              <a:buChar char="•"/>
              <a:defRPr sz="2400" baseline="0">
                <a:solidFill>
                  <a:srgbClr val="000000"/>
                </a:solidFill>
                <a:latin typeface="Calibri" panose="020F0502020204030204" pitchFamily="34" charset="0"/>
              </a:defRPr>
            </a:lvl1pPr>
            <a:lvl2pPr marL="466344" indent="-292608">
              <a:buFont typeface="System Font Regular"/>
              <a:buChar char="–"/>
              <a:defRPr sz="2000" baseline="0">
                <a:solidFill>
                  <a:schemeClr val="tx1"/>
                </a:solidFill>
                <a:latin typeface="Calibri Light" panose="020F0302020204030204" pitchFamily="34" charset="0"/>
              </a:defRPr>
            </a:lvl2pPr>
            <a:lvl3pPr marL="612648" indent="-146304">
              <a:buFont typeface="System Font Regular"/>
              <a:buChar char="»"/>
              <a:defRPr sz="1600" baseline="0">
                <a:solidFill>
                  <a:schemeClr val="tx1"/>
                </a:solidFill>
                <a:latin typeface="Calibri Light" panose="020F0302020204030204" pitchFamily="34" charset="0"/>
              </a:defRPr>
            </a:lvl3pPr>
            <a:lvl4pPr marL="768096" indent="-173736">
              <a:buFont typeface="Arial" panose="020B0604020202020204" pitchFamily="34" charset="0"/>
              <a:buChar char="•"/>
              <a:defRPr sz="1600" baseline="0">
                <a:solidFill>
                  <a:schemeClr val="tx1"/>
                </a:solidFill>
                <a:latin typeface="Calibri Light" panose="020F0302020204030204" pitchFamily="34" charset="0"/>
              </a:defRPr>
            </a:lvl4pPr>
            <a:lvl5pPr marL="923544" indent="-182880">
              <a:buFont typeface="Arial" panose="020B0604020202020204" pitchFamily="34" charset="0"/>
              <a:buChar char="•"/>
              <a:defRPr sz="1600" baseline="0">
                <a:solidFill>
                  <a:schemeClr val="tx1"/>
                </a:solidFill>
                <a:latin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724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_Title Only">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327CC78E-CAEF-4843-8DF2-5790AC5676B0}"/>
              </a:ext>
            </a:extLst>
          </p:cNvPr>
          <p:cNvSpPr txBox="1"/>
          <p:nvPr userDrawn="1"/>
        </p:nvSpPr>
        <p:spPr>
          <a:xfrm>
            <a:off x="8662773" y="6528816"/>
            <a:ext cx="312907" cy="287259"/>
          </a:xfrm>
          <a:prstGeom prst="rect">
            <a:avLst/>
          </a:prstGeom>
          <a:noFill/>
        </p:spPr>
        <p:txBody>
          <a:bodyPr wrap="square" lIns="0" rIns="0" rtlCol="0" anchor="ctr" anchorCtr="0">
            <a:noAutofit/>
          </a:bodyPr>
          <a:lstStyle/>
          <a:p>
            <a:pPr algn="r"/>
            <a:fld id="{E69191C5-0CDC-DB4B-ACAB-57E8E7ED39E6}" type="slidenum">
              <a:rPr lang="en-US" sz="800" baseline="0" smtClean="0">
                <a:solidFill>
                  <a:schemeClr val="bg1"/>
                </a:solidFill>
              </a:rPr>
              <a:pPr algn="r"/>
              <a:t>‹#›</a:t>
            </a:fld>
            <a:endParaRPr lang="en-US" sz="800" baseline="0">
              <a:solidFill>
                <a:schemeClr val="bg1"/>
              </a:solidFill>
            </a:endParaRPr>
          </a:p>
        </p:txBody>
      </p:sp>
      <p:sp>
        <p:nvSpPr>
          <p:cNvPr id="7" name="TextBox 6"/>
          <p:cNvSpPr txBox="1"/>
          <p:nvPr userDrawn="1"/>
        </p:nvSpPr>
        <p:spPr>
          <a:xfrm>
            <a:off x="8778240" y="6528816"/>
            <a:ext cx="312907" cy="287259"/>
          </a:xfrm>
          <a:prstGeom prst="rect">
            <a:avLst/>
          </a:prstGeom>
          <a:noFill/>
        </p:spPr>
        <p:txBody>
          <a:bodyPr wrap="square" lIns="91440" rIns="91440" rtlCol="0" anchor="ctr" anchorCtr="0">
            <a:noAutofit/>
          </a:bodyPr>
          <a:lstStyle/>
          <a:p>
            <a:pPr algn="r"/>
            <a:endParaRPr lang="en-US" sz="800">
              <a:solidFill>
                <a:schemeClr val="tx1"/>
              </a:solidFill>
            </a:endParaRPr>
          </a:p>
        </p:txBody>
      </p:sp>
      <p:sp>
        <p:nvSpPr>
          <p:cNvPr id="10" name="Title Placeholder 1">
            <a:extLst>
              <a:ext uri="{FF2B5EF4-FFF2-40B4-BE49-F238E27FC236}">
                <a16:creationId xmlns:a16="http://schemas.microsoft.com/office/drawing/2014/main" id="{EE742444-7262-8F49-B4C4-477A6643FBC0}"/>
              </a:ext>
            </a:extLst>
          </p:cNvPr>
          <p:cNvSpPr>
            <a:spLocks noGrp="1"/>
          </p:cNvSpPr>
          <p:nvPr>
            <p:ph type="title" hasCustomPrompt="1"/>
          </p:nvPr>
        </p:nvSpPr>
        <p:spPr>
          <a:xfrm>
            <a:off x="278601" y="146304"/>
            <a:ext cx="8587537" cy="604865"/>
          </a:xfrm>
          <a:prstGeom prst="rect">
            <a:avLst/>
          </a:prstGeom>
        </p:spPr>
        <p:txBody>
          <a:bodyPr vert="horz" lIns="0" tIns="0" rIns="0" bIns="0" rtlCol="0" anchor="ctr" anchorCtr="0">
            <a:noAutofit/>
          </a:bodyPr>
          <a:lstStyle>
            <a:lvl1pPr>
              <a:defRPr b="0" i="0" baseline="0">
                <a:solidFill>
                  <a:srgbClr val="000000"/>
                </a:solidFill>
                <a:latin typeface="Calibri" panose="020F0502020204030204" pitchFamily="34" charset="0"/>
                <a:cs typeface="Calibri" panose="020F0502020204030204" pitchFamily="34" charset="0"/>
              </a:defRPr>
            </a:lvl1pPr>
          </a:lstStyle>
          <a:p>
            <a:r>
              <a:rPr lang="en-US"/>
              <a:t>Click to edit title</a:t>
            </a:r>
          </a:p>
        </p:txBody>
      </p:sp>
      <p:sp>
        <p:nvSpPr>
          <p:cNvPr id="9" name="Footer Placeholder 4">
            <a:extLst>
              <a:ext uri="{FF2B5EF4-FFF2-40B4-BE49-F238E27FC236}">
                <a16:creationId xmlns:a16="http://schemas.microsoft.com/office/drawing/2014/main" id="{D93DF5D0-4990-484A-BCDA-17365D8581B4}"/>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spTree>
    <p:extLst>
      <p:ext uri="{BB962C8B-B14F-4D97-AF65-F5344CB8AC3E}">
        <p14:creationId xmlns:p14="http://schemas.microsoft.com/office/powerpoint/2010/main" val="2528024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280160"/>
            <a:ext cx="3886200" cy="5120640"/>
          </a:xfrm>
          <a:prstGeom prst="rect">
            <a:avLst/>
          </a:prstGeom>
        </p:spPr>
        <p:txBody>
          <a:bodyPr/>
          <a:lstStyle>
            <a:lvl1pPr>
              <a:defRPr sz="22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280160"/>
            <a:ext cx="3886200" cy="5120640"/>
          </a:xfrm>
          <a:prstGeom prst="rect">
            <a:avLst/>
          </a:prstGeom>
        </p:spPr>
        <p:txBody>
          <a:bodyPr/>
          <a:lstStyle>
            <a:lvl1pPr>
              <a:defRPr sz="22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0888E47-4EF1-8D4A-B5A7-B27E686C2D34}"/>
              </a:ext>
            </a:extLst>
          </p:cNvPr>
          <p:cNvSpPr>
            <a:spLocks noGrp="1"/>
          </p:cNvSpPr>
          <p:nvPr>
            <p:ph type="ftr" sz="quarter" idx="3"/>
          </p:nvPr>
        </p:nvSpPr>
        <p:spPr>
          <a:xfrm>
            <a:off x="265649" y="6528816"/>
            <a:ext cx="3086100" cy="287260"/>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8" name="Title 7">
            <a:extLst>
              <a:ext uri="{FF2B5EF4-FFF2-40B4-BE49-F238E27FC236}">
                <a16:creationId xmlns:a16="http://schemas.microsoft.com/office/drawing/2014/main" id="{351BB76F-92D3-3F4A-8081-F83778ABC221}"/>
              </a:ext>
            </a:extLst>
          </p:cNvPr>
          <p:cNvSpPr>
            <a:spLocks noGrp="1"/>
          </p:cNvSpPr>
          <p:nvPr>
            <p:ph type="title" hasCustomPrompt="1"/>
          </p:nvPr>
        </p:nvSpPr>
        <p:spPr>
          <a:xfrm>
            <a:off x="278232" y="146304"/>
            <a:ext cx="8587537" cy="604865"/>
          </a:xfrm>
          <a:prstGeom prst="rect">
            <a:avLst/>
          </a:prstGeom>
        </p:spPr>
        <p:txBody>
          <a:bodyPr anchor="ctr" anchorCtr="0"/>
          <a:lstStyle>
            <a:lvl1pPr>
              <a:defRPr b="0" i="0">
                <a:latin typeface="Calibri" panose="020F0502020204030204" pitchFamily="34" charset="0"/>
                <a:cs typeface="Calibri" panose="020F0502020204030204" pitchFamily="34" charset="0"/>
              </a:defRPr>
            </a:lvl1pPr>
          </a:lstStyle>
          <a:p>
            <a:r>
              <a:rPr lang="en-US"/>
              <a:t>Click to edit title</a:t>
            </a:r>
          </a:p>
        </p:txBody>
      </p:sp>
      <p:sp>
        <p:nvSpPr>
          <p:cNvPr id="9" name="TextBox 8">
            <a:extLst>
              <a:ext uri="{FF2B5EF4-FFF2-40B4-BE49-F238E27FC236}">
                <a16:creationId xmlns:a16="http://schemas.microsoft.com/office/drawing/2014/main" id="{68DD3E63-2960-1F46-BCF4-3DC59F4836B1}"/>
              </a:ext>
            </a:extLst>
          </p:cNvPr>
          <p:cNvSpPr txBox="1"/>
          <p:nvPr userDrawn="1"/>
        </p:nvSpPr>
        <p:spPr>
          <a:xfrm>
            <a:off x="8778240" y="6528816"/>
            <a:ext cx="312907" cy="287259"/>
          </a:xfrm>
          <a:prstGeom prst="rect">
            <a:avLst/>
          </a:prstGeom>
          <a:noFill/>
        </p:spPr>
        <p:txBody>
          <a:bodyPr wrap="square" lIns="91440" rIns="91440" rtlCol="0" anchor="ctr" anchorCtr="0">
            <a:noAutofit/>
          </a:bodyPr>
          <a:lstStyle/>
          <a:p>
            <a:pPr algn="r"/>
            <a:fld id="{E69191C5-0CDC-DB4B-ACAB-57E8E7ED39E6}" type="slidenum">
              <a:rPr lang="en-US" sz="800" smtClean="0">
                <a:solidFill>
                  <a:schemeClr val="tx1"/>
                </a:solidFill>
              </a:rPr>
              <a:pPr algn="r"/>
              <a:t>‹#›</a:t>
            </a:fld>
            <a:endParaRPr lang="en-US" sz="800">
              <a:solidFill>
                <a:schemeClr val="tx1"/>
              </a:solidFill>
            </a:endParaRPr>
          </a:p>
        </p:txBody>
      </p:sp>
    </p:spTree>
    <p:extLst>
      <p:ext uri="{BB962C8B-B14F-4D97-AF65-F5344CB8AC3E}">
        <p14:creationId xmlns:p14="http://schemas.microsoft.com/office/powerpoint/2010/main" val="4202364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ack P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334EBE-1AD6-014A-9321-392394FBB866}"/>
              </a:ext>
            </a:extLst>
          </p:cNvPr>
          <p:cNvPicPr>
            <a:picLocks noChangeAspect="1"/>
          </p:cNvPicPr>
          <p:nvPr userDrawn="1"/>
        </p:nvPicPr>
        <p:blipFill>
          <a:blip r:embed="rId2"/>
          <a:stretch>
            <a:fillRect/>
          </a:stretch>
        </p:blipFill>
        <p:spPr>
          <a:xfrm>
            <a:off x="3368040" y="1870365"/>
            <a:ext cx="2407920" cy="2407920"/>
          </a:xfrm>
          <a:prstGeom prst="rect">
            <a:avLst/>
          </a:prstGeom>
        </p:spPr>
      </p:pic>
    </p:spTree>
    <p:extLst>
      <p:ext uri="{BB962C8B-B14F-4D97-AF65-F5344CB8AC3E}">
        <p14:creationId xmlns:p14="http://schemas.microsoft.com/office/powerpoint/2010/main" val="4215526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A438C7-48F5-8D4A-8DBF-A08DB19EBE97}"/>
              </a:ext>
            </a:extLst>
          </p:cNvPr>
          <p:cNvPicPr>
            <a:picLocks noChangeAspect="1"/>
          </p:cNvPicPr>
          <p:nvPr userDrawn="1"/>
        </p:nvPicPr>
        <p:blipFill>
          <a:blip r:embed="rId13"/>
          <a:stretch>
            <a:fillRect/>
          </a:stretch>
        </p:blipFill>
        <p:spPr>
          <a:xfrm>
            <a:off x="0" y="0"/>
            <a:ext cx="9144000" cy="914400"/>
          </a:xfrm>
          <a:prstGeom prst="rect">
            <a:avLst/>
          </a:prstGeom>
        </p:spPr>
      </p:pic>
      <p:sp>
        <p:nvSpPr>
          <p:cNvPr id="8" name="TextBox 7"/>
          <p:cNvSpPr txBox="1"/>
          <p:nvPr/>
        </p:nvSpPr>
        <p:spPr>
          <a:xfrm>
            <a:off x="8778240" y="6528816"/>
            <a:ext cx="312907" cy="287259"/>
          </a:xfrm>
          <a:prstGeom prst="rect">
            <a:avLst/>
          </a:prstGeom>
          <a:noFill/>
        </p:spPr>
        <p:txBody>
          <a:bodyPr wrap="square" lIns="91440" rIns="91440" rtlCol="0" anchor="ctr" anchorCtr="0">
            <a:noAutofit/>
          </a:bodyPr>
          <a:lstStyle/>
          <a:p>
            <a:pPr algn="r"/>
            <a:fld id="{E69191C5-0CDC-DB4B-ACAB-57E8E7ED39E6}" type="slidenum">
              <a:rPr lang="en-US" sz="800" smtClean="0">
                <a:solidFill>
                  <a:schemeClr val="tx1"/>
                </a:solidFill>
              </a:rPr>
              <a:pPr algn="r"/>
              <a:t>‹#›</a:t>
            </a:fld>
            <a:endParaRPr lang="en-US" sz="800">
              <a:solidFill>
                <a:schemeClr val="tx1"/>
              </a:solidFill>
            </a:endParaRPr>
          </a:p>
        </p:txBody>
      </p:sp>
      <p:sp>
        <p:nvSpPr>
          <p:cNvPr id="11" name="Footer Placeholder 4">
            <a:extLst>
              <a:ext uri="{FF2B5EF4-FFF2-40B4-BE49-F238E27FC236}">
                <a16:creationId xmlns:a16="http://schemas.microsoft.com/office/drawing/2014/main" id="{3CCAA552-1C24-CD40-95BB-B50DECA39717}"/>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Tree>
    <p:extLst>
      <p:ext uri="{BB962C8B-B14F-4D97-AF65-F5344CB8AC3E}">
        <p14:creationId xmlns:p14="http://schemas.microsoft.com/office/powerpoint/2010/main" val="4208286262"/>
      </p:ext>
    </p:extLst>
  </p:cSld>
  <p:clrMap bg1="lt1" tx1="dk1" bg2="lt2" tx2="dk2" accent1="accent1" accent2="accent2" accent3="accent3" accent4="accent4" accent5="accent5" accent6="accent6" hlink="hlink" folHlink="folHlink"/>
  <p:sldLayoutIdLst>
    <p:sldLayoutId id="2147483672" r:id="rId1"/>
    <p:sldLayoutId id="2147483713" r:id="rId2"/>
    <p:sldLayoutId id="2147483714" r:id="rId3"/>
    <p:sldLayoutId id="2147483716" r:id="rId4"/>
    <p:sldLayoutId id="2147483717" r:id="rId5"/>
    <p:sldLayoutId id="2147483673" r:id="rId6"/>
    <p:sldLayoutId id="2147483720" r:id="rId7"/>
    <p:sldLayoutId id="2147483718" r:id="rId8"/>
    <p:sldLayoutId id="2147483719" r:id="rId9"/>
    <p:sldLayoutId id="2147483696" r:id="rId10"/>
    <p:sldLayoutId id="2147483669" r:id="rId11"/>
  </p:sldLayoutIdLst>
  <p:hf sldNum="0" hdr="0" ftr="0" dt="0"/>
  <p:txStyles>
    <p:titleStyle>
      <a:lvl1pPr algn="ctr" defTabSz="457189" rtl="0" eaLnBrk="1" latinLnBrk="0" hangingPunct="1">
        <a:spcBef>
          <a:spcPct val="0"/>
        </a:spcBef>
        <a:buNone/>
        <a:defRPr sz="2800" b="1" i="0" kern="1200" baseline="0">
          <a:solidFill>
            <a:srgbClr val="000000"/>
          </a:solidFill>
          <a:latin typeface="Calibri Light" panose="020F0302020204030204" pitchFamily="34" charset="0"/>
          <a:ea typeface="+mj-ea"/>
          <a:cs typeface="+mj-cs"/>
        </a:defRPr>
      </a:lvl1pPr>
    </p:titleStyle>
    <p:bodyStyle>
      <a:lvl1pPr marL="173034" indent="-173034" algn="l" defTabSz="457189" rtl="0" eaLnBrk="1" latinLnBrk="0" hangingPunct="1">
        <a:spcBef>
          <a:spcPts val="0"/>
        </a:spcBef>
        <a:buFont typeface="Arial"/>
        <a:buChar char="•"/>
        <a:defRPr sz="2200" kern="1200">
          <a:solidFill>
            <a:srgbClr val="000000"/>
          </a:solidFill>
          <a:latin typeface="+mn-lt"/>
          <a:ea typeface="+mn-ea"/>
          <a:cs typeface="+mn-cs"/>
        </a:defRPr>
      </a:lvl1pPr>
      <a:lvl2pPr marL="465655" indent="-292093" algn="l" defTabSz="457189" rtl="0" eaLnBrk="1" latinLnBrk="0" hangingPunct="1">
        <a:spcBef>
          <a:spcPts val="0"/>
        </a:spcBef>
        <a:buFont typeface="Arial" panose="020B0604020202020204" pitchFamily="34" charset="0"/>
        <a:buChar char="–"/>
        <a:tabLst/>
        <a:defRPr sz="2000" kern="1200" baseline="0">
          <a:solidFill>
            <a:srgbClr val="000000"/>
          </a:solidFill>
          <a:latin typeface="Calibri Light" panose="020F0302020204030204" pitchFamily="34" charset="0"/>
          <a:ea typeface="+mn-ea"/>
          <a:cs typeface="+mn-cs"/>
        </a:defRPr>
      </a:lvl2pPr>
      <a:lvl3pPr marL="613818" indent="-148163" algn="l" defTabSz="457189" rtl="0" eaLnBrk="1" latinLnBrk="0" hangingPunct="1">
        <a:spcBef>
          <a:spcPts val="0"/>
        </a:spcBef>
        <a:buFont typeface="Arial" panose="020B0604020202020204" pitchFamily="34" charset="0"/>
        <a:buChar char="»"/>
        <a:tabLst/>
        <a:defRPr sz="1600" kern="1200" baseline="0">
          <a:solidFill>
            <a:srgbClr val="000000"/>
          </a:solidFill>
          <a:latin typeface="Calibri Light" panose="020F0302020204030204" pitchFamily="34" charset="0"/>
          <a:ea typeface="+mn-ea"/>
          <a:cs typeface="+mn-cs"/>
        </a:defRPr>
      </a:lvl3pPr>
      <a:lvl4pPr marL="772565" indent="-169329" algn="l" defTabSz="457189" rtl="0" eaLnBrk="1" latinLnBrk="0" hangingPunct="1">
        <a:spcBef>
          <a:spcPts val="0"/>
        </a:spcBef>
        <a:buFont typeface="Arial"/>
        <a:buChar char="•"/>
        <a:tabLst/>
        <a:defRPr sz="1600" kern="1200" baseline="0">
          <a:solidFill>
            <a:srgbClr val="000000"/>
          </a:solidFill>
          <a:latin typeface="Calibri Light" panose="020F0302020204030204" pitchFamily="34" charset="0"/>
          <a:ea typeface="+mn-ea"/>
          <a:cs typeface="+mn-cs"/>
        </a:defRPr>
      </a:lvl4pPr>
      <a:lvl5pPr marL="920728" indent="-179913" algn="l" defTabSz="457189" rtl="0" eaLnBrk="1" latinLnBrk="0" hangingPunct="1">
        <a:spcBef>
          <a:spcPts val="0"/>
        </a:spcBef>
        <a:buFont typeface="Arial"/>
        <a:buChar char="•"/>
        <a:tabLst/>
        <a:defRPr sz="1600" kern="1200" baseline="0">
          <a:solidFill>
            <a:srgbClr val="000000"/>
          </a:solidFill>
          <a:latin typeface="Calibri Light" panose="020F0302020204030204" pitchFamily="34" charset="0"/>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cgYLOJjPnFU"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cgYLOJjPnFU"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cgYLOJjPnFU"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18" Type="http://schemas.openxmlformats.org/officeDocument/2006/relationships/image" Target="../media/image33.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image" Target="../media/image22.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image" Target="../media/image26.svg"/><Relationship Id="rId5" Type="http://schemas.openxmlformats.org/officeDocument/2006/relationships/diagramQuickStyle" Target="../diagrams/quickStyle2.xml"/><Relationship Id="rId15" Type="http://schemas.openxmlformats.org/officeDocument/2006/relationships/image" Target="../media/image30.svg"/><Relationship Id="rId10" Type="http://schemas.openxmlformats.org/officeDocument/2006/relationships/image" Target="../media/image25.png"/><Relationship Id="rId19" Type="http://schemas.openxmlformats.org/officeDocument/2006/relationships/image" Target="../media/image34.svg"/><Relationship Id="rId4" Type="http://schemas.openxmlformats.org/officeDocument/2006/relationships/diagramLayout" Target="../diagrams/layout2.xml"/><Relationship Id="rId9" Type="http://schemas.openxmlformats.org/officeDocument/2006/relationships/image" Target="../media/image24.sv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1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CACD6F-CBFA-DF48-BBD1-9378B0E24C95}"/>
              </a:ext>
            </a:extLst>
          </p:cNvPr>
          <p:cNvSpPr>
            <a:spLocks noGrp="1"/>
          </p:cNvSpPr>
          <p:nvPr>
            <p:ph type="title"/>
          </p:nvPr>
        </p:nvSpPr>
        <p:spPr/>
        <p:txBody>
          <a:bodyPr/>
          <a:lstStyle/>
          <a:p>
            <a:r>
              <a:rPr lang="en-US" sz="2800" dirty="0">
                <a:latin typeface="Congenial Black"/>
                <a:ea typeface="Calibri Light"/>
                <a:cs typeface="Calibri Light"/>
              </a:rPr>
              <a:t>Using Data to Evaluate Network Costs and Identify Opportunities for Improvement/Optimization</a:t>
            </a:r>
            <a:endParaRPr lang="en-US" sz="2800" dirty="0"/>
          </a:p>
        </p:txBody>
      </p:sp>
      <p:sp>
        <p:nvSpPr>
          <p:cNvPr id="5" name="Text Placeholder 4">
            <a:extLst>
              <a:ext uri="{FF2B5EF4-FFF2-40B4-BE49-F238E27FC236}">
                <a16:creationId xmlns:a16="http://schemas.microsoft.com/office/drawing/2014/main" id="{987B16C1-2193-5840-91E8-63F44AD7918D}"/>
              </a:ext>
            </a:extLst>
          </p:cNvPr>
          <p:cNvSpPr>
            <a:spLocks noGrp="1"/>
          </p:cNvSpPr>
          <p:nvPr>
            <p:ph type="body" idx="10"/>
          </p:nvPr>
        </p:nvSpPr>
        <p:spPr>
          <a:xfrm>
            <a:off x="548640" y="2858947"/>
            <a:ext cx="8046720" cy="311989"/>
          </a:xfrm>
        </p:spPr>
        <p:txBody>
          <a:bodyPr lIns="0" tIns="0" rIns="0" bIns="0" anchor="t"/>
          <a:lstStyle/>
          <a:p>
            <a:r>
              <a:rPr lang="en-US" dirty="0">
                <a:latin typeface="Congenial Black" panose="02000503040000020004" pitchFamily="2" charset="0"/>
              </a:rPr>
              <a:t>February 28, 2026</a:t>
            </a:r>
            <a:endParaRPr lang="en-US" dirty="0"/>
          </a:p>
        </p:txBody>
      </p:sp>
      <p:pic>
        <p:nvPicPr>
          <p:cNvPr id="6" name="Graphic 5" descr="Statistics outline">
            <a:extLst>
              <a:ext uri="{FF2B5EF4-FFF2-40B4-BE49-F238E27FC236}">
                <a16:creationId xmlns:a16="http://schemas.microsoft.com/office/drawing/2014/main" id="{B3A5B4EF-037D-DA41-A7D9-219C3ECA47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6185" y="3912248"/>
            <a:ext cx="914400" cy="914400"/>
          </a:xfrm>
          <a:prstGeom prst="rect">
            <a:avLst/>
          </a:prstGeom>
        </p:spPr>
      </p:pic>
      <p:pic>
        <p:nvPicPr>
          <p:cNvPr id="8" name="Graphic 7" descr="Bar chart with solid fill">
            <a:extLst>
              <a:ext uri="{FF2B5EF4-FFF2-40B4-BE49-F238E27FC236}">
                <a16:creationId xmlns:a16="http://schemas.microsoft.com/office/drawing/2014/main" id="{2A4BF1AC-C39C-54ED-3FD4-AA0824DAE6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3414" y="4278656"/>
            <a:ext cx="914400" cy="914400"/>
          </a:xfrm>
          <a:prstGeom prst="rect">
            <a:avLst/>
          </a:prstGeom>
        </p:spPr>
      </p:pic>
      <p:pic>
        <p:nvPicPr>
          <p:cNvPr id="10" name="Graphic 9" descr="Gantt Chart outline">
            <a:extLst>
              <a:ext uri="{FF2B5EF4-FFF2-40B4-BE49-F238E27FC236}">
                <a16:creationId xmlns:a16="http://schemas.microsoft.com/office/drawing/2014/main" id="{CB16011C-E36F-09CA-4066-01BEA0FEDE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08956" y="4645063"/>
            <a:ext cx="914400" cy="914400"/>
          </a:xfrm>
          <a:prstGeom prst="rect">
            <a:avLst/>
          </a:prstGeom>
        </p:spPr>
      </p:pic>
      <p:pic>
        <p:nvPicPr>
          <p:cNvPr id="12" name="Graphic 11" descr="Pie chart outline">
            <a:extLst>
              <a:ext uri="{FF2B5EF4-FFF2-40B4-BE49-F238E27FC236}">
                <a16:creationId xmlns:a16="http://schemas.microsoft.com/office/drawing/2014/main" id="{1B50F60C-CAD9-4972-55E8-79C2E25C12E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20643" y="3545840"/>
            <a:ext cx="914400" cy="914400"/>
          </a:xfrm>
          <a:prstGeom prst="rect">
            <a:avLst/>
          </a:prstGeom>
        </p:spPr>
      </p:pic>
    </p:spTree>
    <p:extLst>
      <p:ext uri="{BB962C8B-B14F-4D97-AF65-F5344CB8AC3E}">
        <p14:creationId xmlns:p14="http://schemas.microsoft.com/office/powerpoint/2010/main" val="1882105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Congenial Black" panose="02000503040000020004" pitchFamily="2" charset="0"/>
              </a:rPr>
              <a:t>Our Team</a:t>
            </a:r>
          </a:p>
        </p:txBody>
      </p:sp>
      <p:graphicFrame>
        <p:nvGraphicFramePr>
          <p:cNvPr id="4" name="Content Placeholder 3">
            <a:extLst>
              <a:ext uri="{FF2B5EF4-FFF2-40B4-BE49-F238E27FC236}">
                <a16:creationId xmlns:a16="http://schemas.microsoft.com/office/drawing/2014/main" id="{AE603541-613B-954A-88B5-5E3BD6CA5AB1}"/>
              </a:ext>
            </a:extLst>
          </p:cNvPr>
          <p:cNvGraphicFramePr>
            <a:graphicFrameLocks noGrp="1"/>
          </p:cNvGraphicFramePr>
          <p:nvPr>
            <p:ph idx="1"/>
            <p:extLst>
              <p:ext uri="{D42A27DB-BD31-4B8C-83A1-F6EECF244321}">
                <p14:modId xmlns:p14="http://schemas.microsoft.com/office/powerpoint/2010/main" val="3160529631"/>
              </p:ext>
            </p:extLst>
          </p:nvPr>
        </p:nvGraphicFramePr>
        <p:xfrm>
          <a:off x="720581" y="1257752"/>
          <a:ext cx="7702837" cy="47934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9687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Congenial Black" panose="02000503040000020004" pitchFamily="2" charset="0"/>
                <a:ea typeface="Calibri"/>
                <a:cs typeface="Calibri"/>
                <a:hlinkClick r:id="rId2"/>
              </a:rPr>
              <a:t>Who is Southern Company</a:t>
            </a:r>
            <a:r>
              <a:rPr lang="en-US">
                <a:solidFill>
                  <a:srgbClr val="529736"/>
                </a:solidFill>
                <a:latin typeface="Congenial Black" panose="02000503040000020004" pitchFamily="2" charset="0"/>
                <a:ea typeface="Calibri"/>
                <a:cs typeface="Calibri"/>
              </a:rPr>
              <a:t>?</a:t>
            </a:r>
          </a:p>
        </p:txBody>
      </p:sp>
      <p:pic>
        <p:nvPicPr>
          <p:cNvPr id="1028" name="!!SoCo" descr="Southern Company Logo – PNG e Vetor – Download de Logo">
            <a:extLst>
              <a:ext uri="{FF2B5EF4-FFF2-40B4-BE49-F238E27FC236}">
                <a16:creationId xmlns:a16="http://schemas.microsoft.com/office/drawing/2014/main" id="{137ED9E6-9A01-FDCB-C116-A169C62B83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5341"/>
          <a:stretch/>
        </p:blipFill>
        <p:spPr bwMode="auto">
          <a:xfrm>
            <a:off x="2661888" y="1733910"/>
            <a:ext cx="3820223" cy="16950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Southern Company Logo – PNG e Vetor – Download de Logo">
            <a:extLst>
              <a:ext uri="{FF2B5EF4-FFF2-40B4-BE49-F238E27FC236}">
                <a16:creationId xmlns:a16="http://schemas.microsoft.com/office/drawing/2014/main" id="{3F2FBADE-90F4-C7F4-1E3C-76D107E67A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182"/>
          <a:stretch/>
        </p:blipFill>
        <p:spPr bwMode="auto">
          <a:xfrm>
            <a:off x="2661888" y="3562708"/>
            <a:ext cx="3820223" cy="1966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86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1915064" y="1664898"/>
            <a:ext cx="6331790" cy="3093432"/>
          </a:xfrm>
        </p:spPr>
        <p:txBody>
          <a:bodyPr vert="horz" lIns="0" tIns="0" rIns="0" bIns="0" rtlCol="0" anchor="t">
            <a:noAutofit/>
          </a:bodyPr>
          <a:lstStyle/>
          <a:p>
            <a:pPr marL="173355" indent="-173355">
              <a:spcAft>
                <a:spcPts val="800"/>
              </a:spcAft>
            </a:pPr>
            <a:r>
              <a:rPr lang="en-US">
                <a:latin typeface="Congenial"/>
                <a:ea typeface="Calibri"/>
                <a:cs typeface="Calibri"/>
              </a:rPr>
              <a:t>Utility company who makes, moves and sells energy</a:t>
            </a:r>
          </a:p>
          <a:p>
            <a:pPr marL="173355" indent="-173355">
              <a:spcAft>
                <a:spcPts val="800"/>
              </a:spcAft>
            </a:pPr>
            <a:r>
              <a:rPr lang="en-US">
                <a:latin typeface="Congenial"/>
                <a:ea typeface="Calibri"/>
                <a:cs typeface="Calibri"/>
              </a:rPr>
              <a:t>Leading producer of clean, safe, reliable, and affordable energy</a:t>
            </a:r>
          </a:p>
          <a:p>
            <a:pPr marL="173355" indent="-173355">
              <a:spcAft>
                <a:spcPts val="800"/>
              </a:spcAft>
            </a:pPr>
            <a:r>
              <a:rPr lang="en-US">
                <a:latin typeface="Congenial"/>
                <a:ea typeface="Calibri"/>
                <a:cs typeface="Calibri"/>
              </a:rPr>
              <a:t>Portfolio of subsidiaries includes...</a:t>
            </a:r>
          </a:p>
          <a:p>
            <a:pPr marL="466090" lvl="1" indent="-292100">
              <a:spcAft>
                <a:spcPts val="400"/>
              </a:spcAft>
              <a:buFont typeface="Courier New" panose="020B0604020202020204" pitchFamily="34" charset="0"/>
              <a:buChar char="o"/>
            </a:pPr>
            <a:r>
              <a:rPr lang="en-US">
                <a:solidFill>
                  <a:schemeClr val="tx1">
                    <a:lumMod val="65000"/>
                    <a:lumOff val="35000"/>
                  </a:schemeClr>
                </a:solidFill>
                <a:latin typeface="Congenial"/>
                <a:ea typeface="Calibri"/>
                <a:cs typeface="Calibri"/>
              </a:rPr>
              <a:t>Electric utilities: Alabama Power, Georgia Power, Mississippi Power...</a:t>
            </a:r>
          </a:p>
          <a:p>
            <a:pPr marL="466090" lvl="1" indent="-292100">
              <a:spcAft>
                <a:spcPts val="400"/>
              </a:spcAft>
              <a:buFont typeface="Courier New" panose="020B0604020202020204" pitchFamily="34" charset="0"/>
              <a:buChar char="o"/>
            </a:pPr>
            <a:r>
              <a:rPr lang="en-US">
                <a:solidFill>
                  <a:schemeClr val="tx1">
                    <a:lumMod val="65000"/>
                    <a:lumOff val="35000"/>
                  </a:schemeClr>
                </a:solidFill>
                <a:latin typeface="Congenial"/>
                <a:ea typeface="Calibri"/>
                <a:cs typeface="Calibri"/>
              </a:rPr>
              <a:t>Gas utilities: Atlanta Gas &amp; Light, Nicor Gas, Virginia Natural Gas...</a:t>
            </a:r>
          </a:p>
          <a:p>
            <a:pPr marL="466090" lvl="1" indent="-292100">
              <a:spcAft>
                <a:spcPts val="400"/>
              </a:spcAft>
              <a:buFont typeface="Courier New" panose="020B0604020202020204" pitchFamily="34" charset="0"/>
              <a:buChar char="o"/>
            </a:pPr>
            <a:r>
              <a:rPr lang="en-US">
                <a:solidFill>
                  <a:schemeClr val="tx1">
                    <a:lumMod val="65000"/>
                    <a:lumOff val="35000"/>
                  </a:schemeClr>
                </a:solidFill>
                <a:latin typeface="Congenial"/>
                <a:ea typeface="Calibri"/>
                <a:cs typeface="Calibri"/>
              </a:rPr>
              <a:t>Generating plants</a:t>
            </a:r>
          </a:p>
          <a:p>
            <a:pPr marL="466090" lvl="1" indent="-292100">
              <a:spcAft>
                <a:spcPts val="400"/>
              </a:spcAft>
              <a:buFont typeface="Courier New" panose="020B0604020202020204" pitchFamily="34" charset="0"/>
              <a:buChar char="o"/>
            </a:pPr>
            <a:r>
              <a:rPr lang="en-US">
                <a:solidFill>
                  <a:schemeClr val="tx1">
                    <a:lumMod val="65000"/>
                    <a:lumOff val="35000"/>
                  </a:schemeClr>
                </a:solidFill>
                <a:latin typeface="Congenial"/>
                <a:ea typeface="Calibri"/>
                <a:cs typeface="Calibri"/>
              </a:rPr>
              <a:t>Telecommunications Companies: Southern Linc, Southern Company Services, STI</a:t>
            </a:r>
          </a:p>
          <a:p>
            <a:pPr marL="173355" indent="-173355">
              <a:spcAft>
                <a:spcPts val="800"/>
              </a:spcAft>
            </a:pPr>
            <a:endParaRPr lang="en-US">
              <a:latin typeface="Congenial" panose="02000503040000020004" pitchFamily="2" charset="0"/>
              <a:ea typeface="Calibri"/>
              <a:cs typeface="Calibri"/>
            </a:endParaRPr>
          </a:p>
          <a:p>
            <a:pPr marL="466090" lvl="1" indent="-292100">
              <a:spcAft>
                <a:spcPts val="800"/>
              </a:spcAft>
              <a:buFont typeface="Courier New" panose="020B0604020202020204" pitchFamily="34" charset="0"/>
              <a:buChar char="o"/>
            </a:pPr>
            <a:endParaRPr lang="en-US" sz="2400">
              <a:latin typeface="Calibri"/>
              <a:ea typeface="Calibri"/>
              <a:cs typeface="Calibri"/>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dirty="0">
                <a:latin typeface="Congenial Black" panose="02000503040000020004" pitchFamily="2" charset="0"/>
                <a:ea typeface="Calibri"/>
                <a:cs typeface="Calibri"/>
                <a:hlinkClick r:id="rId2"/>
              </a:rPr>
              <a:t>Who is Southern Company</a:t>
            </a:r>
            <a:r>
              <a:rPr lang="en-US" dirty="0">
                <a:solidFill>
                  <a:srgbClr val="529736"/>
                </a:solidFill>
                <a:latin typeface="Congenial Black" panose="02000503040000020004" pitchFamily="2" charset="0"/>
                <a:ea typeface="Calibri"/>
                <a:cs typeface="Calibri"/>
              </a:rPr>
              <a:t>?</a:t>
            </a:r>
          </a:p>
        </p:txBody>
      </p:sp>
      <p:pic>
        <p:nvPicPr>
          <p:cNvPr id="4" name="!!SoCo" descr="Southern Company Logo – PNG e Vetor – Download de Logo">
            <a:extLst>
              <a:ext uri="{FF2B5EF4-FFF2-40B4-BE49-F238E27FC236}">
                <a16:creationId xmlns:a16="http://schemas.microsoft.com/office/drawing/2014/main" id="{4DE26214-C926-3C0C-F357-D50786A925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5341"/>
          <a:stretch/>
        </p:blipFill>
        <p:spPr bwMode="auto">
          <a:xfrm>
            <a:off x="0" y="1449237"/>
            <a:ext cx="2060780" cy="9143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outhern Company Logo – PNG e Vetor – Download de Logo">
            <a:extLst>
              <a:ext uri="{FF2B5EF4-FFF2-40B4-BE49-F238E27FC236}">
                <a16:creationId xmlns:a16="http://schemas.microsoft.com/office/drawing/2014/main" id="{BA398696-9A75-D826-A377-D2C564EAFF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182"/>
          <a:stretch/>
        </p:blipFill>
        <p:spPr bwMode="auto">
          <a:xfrm>
            <a:off x="2661888" y="7176765"/>
            <a:ext cx="3820223" cy="1966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989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1915064" y="1664897"/>
            <a:ext cx="6331790" cy="4382219"/>
          </a:xfrm>
        </p:spPr>
        <p:txBody>
          <a:bodyPr vert="horz" lIns="0" tIns="0" rIns="0" bIns="0" rtlCol="0" anchor="t">
            <a:noAutofit/>
          </a:bodyPr>
          <a:lstStyle/>
          <a:p>
            <a:pPr marL="173355" indent="-173355">
              <a:spcAft>
                <a:spcPts val="800"/>
              </a:spcAft>
            </a:pPr>
            <a:r>
              <a:rPr lang="en-US" dirty="0">
                <a:latin typeface="Congenial" panose="02000503040000020004" pitchFamily="2" charset="0"/>
                <a:ea typeface="Calibri"/>
                <a:cs typeface="Calibri"/>
              </a:rPr>
              <a:t>Ranked #2 in Fortune Magazine's 2025 World's Most Admired Companies in the Electric &amp; Natural Gas Utilities category</a:t>
            </a:r>
          </a:p>
          <a:p>
            <a:pPr marL="173355" indent="-173355">
              <a:spcAft>
                <a:spcPts val="800"/>
              </a:spcAft>
            </a:pPr>
            <a:r>
              <a:rPr lang="en-US" dirty="0">
                <a:latin typeface="Congenial" panose="02000503040000020004" pitchFamily="2" charset="0"/>
                <a:ea typeface="Calibri"/>
                <a:cs typeface="Calibri"/>
              </a:rPr>
              <a:t>If you can imagine a job, we likely have it within our company</a:t>
            </a:r>
          </a:p>
          <a:p>
            <a:pPr marL="466090" lvl="1" indent="-292100">
              <a:spcAft>
                <a:spcPts val="800"/>
              </a:spcAft>
              <a:buFont typeface="Courier New" panose="020B0604020202020204" pitchFamily="34" charset="0"/>
              <a:buChar char="o"/>
            </a:pPr>
            <a:r>
              <a:rPr lang="en-US" dirty="0">
                <a:solidFill>
                  <a:schemeClr val="tx1">
                    <a:lumMod val="65000"/>
                    <a:lumOff val="35000"/>
                  </a:schemeClr>
                </a:solidFill>
                <a:latin typeface="Congenial" panose="02000503040000020004" pitchFamily="2" charset="0"/>
                <a:ea typeface="Calibri"/>
                <a:cs typeface="Calibri"/>
              </a:rPr>
              <a:t>Doctors, Lawyers, Real Estate Agents, Teachers, Chemists, Accountants, Pilots, Electricians, Mechanics, Security Officers, Data Scientists, Engineers</a:t>
            </a:r>
          </a:p>
          <a:p>
            <a:pPr marL="173355" indent="-173355">
              <a:spcAft>
                <a:spcPts val="800"/>
              </a:spcAft>
            </a:pPr>
            <a:r>
              <a:rPr lang="en-US" dirty="0">
                <a:latin typeface="Congenial" panose="02000503040000020004" pitchFamily="2" charset="0"/>
                <a:ea typeface="Calibri"/>
                <a:cs typeface="Calibri"/>
              </a:rPr>
              <a:t>We have a large Technology Organization which includes the Infrastructure Services Organization</a:t>
            </a:r>
          </a:p>
          <a:p>
            <a:pPr marL="173355" indent="-173355">
              <a:spcAft>
                <a:spcPts val="800"/>
              </a:spcAft>
            </a:pPr>
            <a:endParaRPr lang="en-US" dirty="0">
              <a:latin typeface="Congenial" panose="02000503040000020004" pitchFamily="2" charset="0"/>
              <a:ea typeface="Calibri"/>
              <a:cs typeface="Calibri"/>
            </a:endParaRPr>
          </a:p>
          <a:p>
            <a:pPr marL="466090" lvl="1" indent="-292100">
              <a:spcAft>
                <a:spcPts val="800"/>
              </a:spcAft>
              <a:buFont typeface="Courier New" panose="020B0604020202020204" pitchFamily="34" charset="0"/>
              <a:buChar char="o"/>
            </a:pPr>
            <a:endParaRPr lang="en-US" sz="2400" dirty="0">
              <a:latin typeface="Calibri"/>
              <a:ea typeface="Calibri"/>
              <a:cs typeface="Calibri"/>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dirty="0">
                <a:latin typeface="Congenial Black" panose="02000503040000020004" pitchFamily="2" charset="0"/>
                <a:ea typeface="Calibri"/>
                <a:cs typeface="Calibri"/>
                <a:hlinkClick r:id="rId2"/>
              </a:rPr>
              <a:t>Who is Southern Company</a:t>
            </a:r>
            <a:r>
              <a:rPr lang="en-US" dirty="0">
                <a:solidFill>
                  <a:srgbClr val="529736"/>
                </a:solidFill>
                <a:latin typeface="Congenial Black" panose="02000503040000020004" pitchFamily="2" charset="0"/>
                <a:ea typeface="Calibri"/>
                <a:cs typeface="Calibri"/>
              </a:rPr>
              <a:t>?</a:t>
            </a:r>
          </a:p>
        </p:txBody>
      </p:sp>
      <p:pic>
        <p:nvPicPr>
          <p:cNvPr id="4" name="!!SoCo" descr="Southern Company Logo – PNG e Vetor – Download de Logo">
            <a:extLst>
              <a:ext uri="{FF2B5EF4-FFF2-40B4-BE49-F238E27FC236}">
                <a16:creationId xmlns:a16="http://schemas.microsoft.com/office/drawing/2014/main" id="{4DE26214-C926-3C0C-F357-D50786A925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5341"/>
          <a:stretch/>
        </p:blipFill>
        <p:spPr bwMode="auto">
          <a:xfrm>
            <a:off x="0" y="1449237"/>
            <a:ext cx="2060780" cy="914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615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720CF-1A44-9CC2-DFBD-85138C492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1B42F-0290-0EDE-A8BF-624D94C0B8A5}"/>
              </a:ext>
            </a:extLst>
          </p:cNvPr>
          <p:cNvSpPr>
            <a:spLocks noGrp="1"/>
          </p:cNvSpPr>
          <p:nvPr>
            <p:ph type="title"/>
          </p:nvPr>
        </p:nvSpPr>
        <p:spPr/>
        <p:txBody>
          <a:bodyPr/>
          <a:lstStyle/>
          <a:p>
            <a:r>
              <a:rPr lang="en-US" dirty="0">
                <a:solidFill>
                  <a:schemeClr val="tx1"/>
                </a:solidFill>
                <a:latin typeface="Congenial Black" panose="02000503040000020004" pitchFamily="2" charset="0"/>
                <a:ea typeface="Calibri"/>
                <a:cs typeface="Calibri"/>
              </a:rPr>
              <a:t>What is Infrastructure Services?</a:t>
            </a:r>
          </a:p>
        </p:txBody>
      </p:sp>
      <p:pic>
        <p:nvPicPr>
          <p:cNvPr id="4" name="!!SoCo" descr="Southern Company Logo – PNG e Vetor – Download de Logo">
            <a:extLst>
              <a:ext uri="{FF2B5EF4-FFF2-40B4-BE49-F238E27FC236}">
                <a16:creationId xmlns:a16="http://schemas.microsoft.com/office/drawing/2014/main" id="{2D3EF369-AA98-08D2-F82F-A906DDC474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5341"/>
          <a:stretch/>
        </p:blipFill>
        <p:spPr bwMode="auto">
          <a:xfrm>
            <a:off x="-430062" y="1025273"/>
            <a:ext cx="2060780" cy="914399"/>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Rounded Corners 33">
            <a:extLst>
              <a:ext uri="{FF2B5EF4-FFF2-40B4-BE49-F238E27FC236}">
                <a16:creationId xmlns:a16="http://schemas.microsoft.com/office/drawing/2014/main" id="{C117B2D0-928B-BDA0-EE6E-08C195F30EBF}"/>
              </a:ext>
            </a:extLst>
          </p:cNvPr>
          <p:cNvSpPr/>
          <p:nvPr/>
        </p:nvSpPr>
        <p:spPr>
          <a:xfrm>
            <a:off x="346806" y="2213777"/>
            <a:ext cx="8418038" cy="2735664"/>
          </a:xfrm>
          <a:prstGeom prst="roundRect">
            <a:avLst>
              <a:gd name="adj" fmla="val 9780"/>
            </a:avLst>
          </a:prstGeom>
          <a:solidFill>
            <a:schemeClr val="bg1">
              <a:lumMod val="85000"/>
            </a:schemeClr>
          </a:solidFill>
          <a:ln>
            <a:noFill/>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a:solidFill>
                <a:srgbClr val="FFFFFF"/>
              </a:solidFill>
              <a:latin typeface="Calibri" panose="020F0502020204030204"/>
            </a:endParaRPr>
          </a:p>
        </p:txBody>
      </p:sp>
      <p:graphicFrame>
        <p:nvGraphicFramePr>
          <p:cNvPr id="7" name="Content Placeholder 3">
            <a:extLst>
              <a:ext uri="{FF2B5EF4-FFF2-40B4-BE49-F238E27FC236}">
                <a16:creationId xmlns:a16="http://schemas.microsoft.com/office/drawing/2014/main" id="{FA7333AF-EC9A-999E-3F23-C91D4036ABB3}"/>
              </a:ext>
            </a:extLst>
          </p:cNvPr>
          <p:cNvGraphicFramePr>
            <a:graphicFrameLocks/>
          </p:cNvGraphicFramePr>
          <p:nvPr>
            <p:extLst>
              <p:ext uri="{D42A27DB-BD31-4B8C-83A1-F6EECF244321}">
                <p14:modId xmlns:p14="http://schemas.microsoft.com/office/powerpoint/2010/main" val="3443172528"/>
              </p:ext>
            </p:extLst>
          </p:nvPr>
        </p:nvGraphicFramePr>
        <p:xfrm>
          <a:off x="635381" y="2005774"/>
          <a:ext cx="7772400" cy="3748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8" name="Graphic 27" descr="Cell Tower with solid fill">
            <a:extLst>
              <a:ext uri="{FF2B5EF4-FFF2-40B4-BE49-F238E27FC236}">
                <a16:creationId xmlns:a16="http://schemas.microsoft.com/office/drawing/2014/main" id="{AACE0812-4C52-F3B9-95BC-039FAA74295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18933" y="3955952"/>
            <a:ext cx="685800" cy="685800"/>
          </a:xfrm>
          <a:prstGeom prst="rect">
            <a:avLst/>
          </a:prstGeom>
          <a:scene3d>
            <a:camera prst="orthographicFront"/>
            <a:lightRig rig="threePt" dir="t"/>
          </a:scene3d>
          <a:sp3d>
            <a:bevelT/>
          </a:sp3d>
        </p:spPr>
      </p:pic>
      <p:pic>
        <p:nvPicPr>
          <p:cNvPr id="29" name="Graphic 28" descr="Server with solid fill">
            <a:extLst>
              <a:ext uri="{FF2B5EF4-FFF2-40B4-BE49-F238E27FC236}">
                <a16:creationId xmlns:a16="http://schemas.microsoft.com/office/drawing/2014/main" id="{7CCB6A28-65A0-1CDD-C9FD-6CE1836469E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52089" y="3955952"/>
            <a:ext cx="685800" cy="685800"/>
          </a:xfrm>
          <a:prstGeom prst="rect">
            <a:avLst/>
          </a:prstGeom>
        </p:spPr>
      </p:pic>
      <p:pic>
        <p:nvPicPr>
          <p:cNvPr id="30" name="Graphic 29" descr="Wireless router with solid fill">
            <a:extLst>
              <a:ext uri="{FF2B5EF4-FFF2-40B4-BE49-F238E27FC236}">
                <a16:creationId xmlns:a16="http://schemas.microsoft.com/office/drawing/2014/main" id="{A07350DA-B51E-0680-6F0B-868B7309359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49581" y="3955952"/>
            <a:ext cx="685800" cy="685800"/>
          </a:xfrm>
          <a:prstGeom prst="rect">
            <a:avLst/>
          </a:prstGeom>
        </p:spPr>
      </p:pic>
      <p:pic>
        <p:nvPicPr>
          <p:cNvPr id="31" name="Graphic 30" descr="Construction worker male with solid fill">
            <a:extLst>
              <a:ext uri="{FF2B5EF4-FFF2-40B4-BE49-F238E27FC236}">
                <a16:creationId xmlns:a16="http://schemas.microsoft.com/office/drawing/2014/main" id="{375EFEAB-6390-0FD9-29B5-E1DD345A14D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47074" y="3955952"/>
            <a:ext cx="685800" cy="685800"/>
          </a:xfrm>
          <a:prstGeom prst="rect">
            <a:avLst/>
          </a:prstGeom>
        </p:spPr>
      </p:pic>
      <p:pic>
        <p:nvPicPr>
          <p:cNvPr id="32" name="Graphic 31" descr="Group brainstorm with solid fill">
            <a:extLst>
              <a:ext uri="{FF2B5EF4-FFF2-40B4-BE49-F238E27FC236}">
                <a16:creationId xmlns:a16="http://schemas.microsoft.com/office/drawing/2014/main" id="{8C061C5E-3511-D2EB-D31B-C18B5ECCE5B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72137" y="3955952"/>
            <a:ext cx="685800" cy="685800"/>
          </a:xfrm>
          <a:prstGeom prst="rect">
            <a:avLst/>
          </a:prstGeom>
        </p:spPr>
      </p:pic>
      <p:pic>
        <p:nvPicPr>
          <p:cNvPr id="33" name="Graphic 32" descr="Modern architecture with solid fill">
            <a:extLst>
              <a:ext uri="{FF2B5EF4-FFF2-40B4-BE49-F238E27FC236}">
                <a16:creationId xmlns:a16="http://schemas.microsoft.com/office/drawing/2014/main" id="{344C3B9B-7EB6-C482-BE50-83C0AA12BB4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375565" y="3955952"/>
            <a:ext cx="685800" cy="685800"/>
          </a:xfrm>
          <a:prstGeom prst="rect">
            <a:avLst/>
          </a:prstGeom>
        </p:spPr>
      </p:pic>
    </p:spTree>
    <p:extLst>
      <p:ext uri="{BB962C8B-B14F-4D97-AF65-F5344CB8AC3E}">
        <p14:creationId xmlns:p14="http://schemas.microsoft.com/office/powerpoint/2010/main" val="3420980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dirty="0">
                <a:latin typeface="Congenial Black"/>
                <a:cs typeface="Calibri"/>
              </a:rPr>
              <a:t>What is Network Services?</a:t>
            </a:r>
            <a:endParaRPr lang="en-US" dirty="0"/>
          </a:p>
        </p:txBody>
      </p:sp>
      <p:pic>
        <p:nvPicPr>
          <p:cNvPr id="8" name="Picture 7">
            <a:extLst>
              <a:ext uri="{FF2B5EF4-FFF2-40B4-BE49-F238E27FC236}">
                <a16:creationId xmlns:a16="http://schemas.microsoft.com/office/drawing/2014/main" id="{24A2A497-DEE7-05D9-D36B-7A41F48CBD9F}"/>
              </a:ext>
            </a:extLst>
          </p:cNvPr>
          <p:cNvPicPr>
            <a:picLocks noChangeAspect="1"/>
          </p:cNvPicPr>
          <p:nvPr/>
        </p:nvPicPr>
        <p:blipFill>
          <a:blip r:embed="rId3"/>
          <a:stretch>
            <a:fillRect/>
          </a:stretch>
        </p:blipFill>
        <p:spPr>
          <a:xfrm>
            <a:off x="709548" y="952710"/>
            <a:ext cx="7724905" cy="5758986"/>
          </a:xfrm>
          <a:prstGeom prst="rect">
            <a:avLst/>
          </a:prstGeom>
        </p:spPr>
      </p:pic>
    </p:spTree>
    <p:extLst>
      <p:ext uri="{BB962C8B-B14F-4D97-AF65-F5344CB8AC3E}">
        <p14:creationId xmlns:p14="http://schemas.microsoft.com/office/powerpoint/2010/main" val="3665744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CAE80-6E27-A11A-7D20-B2DF0DA16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11416-ED2C-FCF7-B585-77A233D3D7F5}"/>
              </a:ext>
            </a:extLst>
          </p:cNvPr>
          <p:cNvSpPr>
            <a:spLocks noGrp="1"/>
          </p:cNvSpPr>
          <p:nvPr>
            <p:ph type="title"/>
          </p:nvPr>
        </p:nvSpPr>
        <p:spPr/>
        <p:txBody>
          <a:bodyPr/>
          <a:lstStyle/>
          <a:p>
            <a:r>
              <a:rPr lang="en-US" dirty="0">
                <a:latin typeface="+mj-lt"/>
              </a:rPr>
              <a:t>What is Network Services?</a:t>
            </a:r>
          </a:p>
        </p:txBody>
      </p:sp>
      <p:pic>
        <p:nvPicPr>
          <p:cNvPr id="6" name="Picture 5">
            <a:extLst>
              <a:ext uri="{FF2B5EF4-FFF2-40B4-BE49-F238E27FC236}">
                <a16:creationId xmlns:a16="http://schemas.microsoft.com/office/drawing/2014/main" id="{D6326D55-B14F-0862-4C18-14D33AB9554F}"/>
              </a:ext>
            </a:extLst>
          </p:cNvPr>
          <p:cNvPicPr>
            <a:picLocks noChangeAspect="1"/>
          </p:cNvPicPr>
          <p:nvPr/>
        </p:nvPicPr>
        <p:blipFill>
          <a:blip r:embed="rId3"/>
          <a:stretch>
            <a:fillRect/>
          </a:stretch>
        </p:blipFill>
        <p:spPr>
          <a:xfrm>
            <a:off x="708660" y="1309391"/>
            <a:ext cx="7726680" cy="5257451"/>
          </a:xfrm>
          <a:prstGeom prst="rect">
            <a:avLst/>
          </a:prstGeom>
        </p:spPr>
      </p:pic>
    </p:spTree>
    <p:extLst>
      <p:ext uri="{BB962C8B-B14F-4D97-AF65-F5344CB8AC3E}">
        <p14:creationId xmlns:p14="http://schemas.microsoft.com/office/powerpoint/2010/main" val="3421391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C2EF-A42C-BD4F-BC4D-105C0D1C2216}"/>
              </a:ext>
            </a:extLst>
          </p:cNvPr>
          <p:cNvSpPr>
            <a:spLocks noGrp="1"/>
          </p:cNvSpPr>
          <p:nvPr>
            <p:ph sz="half" idx="1"/>
          </p:nvPr>
        </p:nvSpPr>
        <p:spPr>
          <a:xfrm>
            <a:off x="457200" y="1280160"/>
            <a:ext cx="8247888" cy="5120640"/>
          </a:xfrm>
        </p:spPr>
        <p:txBody>
          <a:bodyPr vert="horz" lIns="0" tIns="0" rIns="0" bIns="0" rtlCol="0" anchor="t">
            <a:normAutofit/>
          </a:bodyPr>
          <a:lstStyle/>
          <a:p>
            <a:pPr marL="0" indent="0">
              <a:spcAft>
                <a:spcPts val="600"/>
              </a:spcAft>
              <a:buNone/>
            </a:pPr>
            <a:r>
              <a:rPr lang="en-US" sz="2000" dirty="0">
                <a:effectLst/>
              </a:rPr>
              <a:t>Our enterprise network relies on thousands of Cisco devices across offices, data centers, and field locations. While this equipment follows defined </a:t>
            </a:r>
            <a:r>
              <a:rPr lang="en-US" sz="2000" b="1" dirty="0">
                <a:effectLst/>
              </a:rPr>
              <a:t>End‑of‑Sale (</a:t>
            </a:r>
            <a:r>
              <a:rPr lang="en-US" sz="2000" b="1" dirty="0" err="1">
                <a:effectLst/>
              </a:rPr>
              <a:t>EoS</a:t>
            </a:r>
            <a:r>
              <a:rPr lang="en-US" sz="2000" b="1" dirty="0">
                <a:effectLst/>
              </a:rPr>
              <a:t>) </a:t>
            </a:r>
            <a:r>
              <a:rPr lang="en-US" sz="2000" dirty="0">
                <a:effectLst/>
              </a:rPr>
              <a:t>and </a:t>
            </a:r>
            <a:r>
              <a:rPr lang="en-US" sz="2000" b="1" dirty="0">
                <a:effectLst/>
              </a:rPr>
              <a:t>End‑of‑Life (</a:t>
            </a:r>
            <a:r>
              <a:rPr lang="en-US" sz="2000" b="1" dirty="0" err="1">
                <a:effectLst/>
              </a:rPr>
              <a:t>EoL</a:t>
            </a:r>
            <a:r>
              <a:rPr lang="en-US" sz="2000" b="1" dirty="0">
                <a:effectLst/>
              </a:rPr>
              <a:t>) </a:t>
            </a:r>
            <a:r>
              <a:rPr lang="en-US" sz="2000" dirty="0">
                <a:effectLst/>
              </a:rPr>
              <a:t>timelines, lifecycle data today is </a:t>
            </a:r>
            <a:r>
              <a:rPr lang="en-US" sz="2000" b="1" dirty="0">
                <a:effectLst/>
              </a:rPr>
              <a:t>fragmented, reactive, and difficult to visualize.</a:t>
            </a:r>
          </a:p>
          <a:p>
            <a:pPr marL="0" indent="0">
              <a:spcAft>
                <a:spcPts val="600"/>
              </a:spcAft>
              <a:buNone/>
            </a:pPr>
            <a:endParaRPr lang="en-US" sz="2000" b="1" dirty="0">
              <a:effectLst/>
            </a:endParaRPr>
          </a:p>
          <a:p>
            <a:pPr marL="0" indent="0">
              <a:spcAft>
                <a:spcPts val="600"/>
              </a:spcAft>
              <a:buNone/>
            </a:pPr>
            <a:r>
              <a:rPr lang="en-US" sz="2000" b="1" dirty="0">
                <a:solidFill>
                  <a:schemeClr val="tx1">
                    <a:lumMod val="65000"/>
                    <a:lumOff val="35000"/>
                  </a:schemeClr>
                </a:solidFill>
                <a:latin typeface="+mn-lt"/>
              </a:rPr>
              <a:t>As a result, we struggle to:</a:t>
            </a:r>
          </a:p>
          <a:p>
            <a:pPr>
              <a:spcAft>
                <a:spcPts val="600"/>
              </a:spcAft>
            </a:pPr>
            <a:r>
              <a:rPr lang="en-US" sz="2000" b="1" dirty="0">
                <a:solidFill>
                  <a:schemeClr val="tx1">
                    <a:lumMod val="65000"/>
                    <a:lumOff val="35000"/>
                  </a:schemeClr>
                </a:solidFill>
                <a:latin typeface="+mn-lt"/>
              </a:rPr>
              <a:t>Proactively identify aging or unsupported equipment</a:t>
            </a:r>
          </a:p>
          <a:p>
            <a:pPr>
              <a:spcAft>
                <a:spcPts val="600"/>
              </a:spcAft>
            </a:pPr>
            <a:r>
              <a:rPr lang="en-US" sz="2000" b="1" dirty="0">
                <a:solidFill>
                  <a:schemeClr val="tx1">
                    <a:lumMod val="65000"/>
                    <a:lumOff val="35000"/>
                  </a:schemeClr>
                </a:solidFill>
                <a:latin typeface="+mn-lt"/>
              </a:rPr>
              <a:t>Align refresh timing with risk, cost, and operational impact</a:t>
            </a:r>
          </a:p>
          <a:p>
            <a:pPr>
              <a:spcAft>
                <a:spcPts val="600"/>
              </a:spcAft>
            </a:pPr>
            <a:r>
              <a:rPr lang="en-US" sz="2000" b="1" strike="sngStrike" dirty="0">
                <a:solidFill>
                  <a:schemeClr val="tx1">
                    <a:lumMod val="65000"/>
                    <a:lumOff val="35000"/>
                  </a:schemeClr>
                </a:solidFill>
                <a:latin typeface="+mn-lt"/>
              </a:rPr>
              <a:t>Ensure optimal SmartNet coverage and compliance</a:t>
            </a:r>
          </a:p>
          <a:p>
            <a:pPr>
              <a:spcAft>
                <a:spcPts val="600"/>
              </a:spcAft>
            </a:pPr>
            <a:r>
              <a:rPr lang="en-US" sz="2000" b="1" dirty="0">
                <a:solidFill>
                  <a:schemeClr val="tx1">
                    <a:lumMod val="65000"/>
                    <a:lumOff val="35000"/>
                  </a:schemeClr>
                </a:solidFill>
                <a:latin typeface="+mn-lt"/>
              </a:rPr>
              <a:t>Provide clear, executive‑level insight into lifecycle risk</a:t>
            </a:r>
          </a:p>
          <a:p>
            <a:pPr>
              <a:spcAft>
                <a:spcPts val="600"/>
              </a:spcAft>
            </a:pPr>
            <a:endParaRPr lang="en-US" sz="2000" b="1" dirty="0">
              <a:solidFill>
                <a:schemeClr val="tx1">
                  <a:lumMod val="65000"/>
                  <a:lumOff val="35000"/>
                </a:schemeClr>
              </a:solidFill>
              <a:latin typeface="+mn-lt"/>
            </a:endParaRPr>
          </a:p>
          <a:p>
            <a:pPr marL="0" indent="0">
              <a:spcAft>
                <a:spcPts val="600"/>
              </a:spcAft>
              <a:buNone/>
            </a:pPr>
            <a:r>
              <a:rPr lang="en-US" sz="2000" b="1" dirty="0">
                <a:solidFill>
                  <a:schemeClr val="tx1">
                    <a:lumMod val="65000"/>
                    <a:lumOff val="35000"/>
                  </a:schemeClr>
                </a:solidFill>
                <a:latin typeface="+mn-lt"/>
              </a:rPr>
              <a:t>Cisco defines clear lifecycle milestones (</a:t>
            </a:r>
            <a:r>
              <a:rPr lang="en-US" sz="2000" b="1" dirty="0" err="1">
                <a:solidFill>
                  <a:schemeClr val="tx1">
                    <a:lumMod val="65000"/>
                    <a:lumOff val="35000"/>
                  </a:schemeClr>
                </a:solidFill>
                <a:latin typeface="+mn-lt"/>
              </a:rPr>
              <a:t>EoS</a:t>
            </a:r>
            <a:r>
              <a:rPr lang="en-US" sz="2000" b="1" dirty="0">
                <a:solidFill>
                  <a:schemeClr val="tx1">
                    <a:lumMod val="65000"/>
                    <a:lumOff val="35000"/>
                  </a:schemeClr>
                </a:solidFill>
                <a:latin typeface="+mn-lt"/>
              </a:rPr>
              <a:t>, </a:t>
            </a:r>
            <a:r>
              <a:rPr lang="en-US" sz="2000" b="1" dirty="0" err="1">
                <a:solidFill>
                  <a:schemeClr val="tx1">
                    <a:lumMod val="65000"/>
                    <a:lumOff val="35000"/>
                  </a:schemeClr>
                </a:solidFill>
                <a:latin typeface="+mn-lt"/>
              </a:rPr>
              <a:t>EoL</a:t>
            </a:r>
            <a:r>
              <a:rPr lang="en-US" sz="2000" b="1" dirty="0">
                <a:solidFill>
                  <a:schemeClr val="tx1">
                    <a:lumMod val="65000"/>
                    <a:lumOff val="35000"/>
                  </a:schemeClr>
                </a:solidFill>
                <a:latin typeface="+mn-lt"/>
              </a:rPr>
              <a:t>, Last Day of Support), but turning those milestones into actionable planning insight remains a challenge.</a:t>
            </a: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a:xfrm>
            <a:off x="278232" y="146304"/>
            <a:ext cx="8587537" cy="604865"/>
          </a:xfrm>
        </p:spPr>
        <p:txBody>
          <a:bodyPr anchor="ctr">
            <a:normAutofit/>
          </a:bodyPr>
          <a:lstStyle/>
          <a:p>
            <a:r>
              <a:rPr lang="en-US">
                <a:latin typeface="+mj-lt"/>
              </a:rPr>
              <a:t>Issue</a:t>
            </a:r>
            <a:endParaRPr lang="en-US"/>
          </a:p>
        </p:txBody>
      </p:sp>
    </p:spTree>
    <p:extLst>
      <p:ext uri="{BB962C8B-B14F-4D97-AF65-F5344CB8AC3E}">
        <p14:creationId xmlns:p14="http://schemas.microsoft.com/office/powerpoint/2010/main" val="1976907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C2EF-A42C-BD4F-BC4D-105C0D1C2216}"/>
              </a:ext>
            </a:extLst>
          </p:cNvPr>
          <p:cNvSpPr>
            <a:spLocks noGrp="1"/>
          </p:cNvSpPr>
          <p:nvPr>
            <p:ph sz="half" idx="1"/>
          </p:nvPr>
        </p:nvSpPr>
        <p:spPr>
          <a:xfrm>
            <a:off x="457200" y="1280160"/>
            <a:ext cx="8308848" cy="5120640"/>
          </a:xfrm>
        </p:spPr>
        <p:txBody>
          <a:bodyPr vert="horz" lIns="0" tIns="0" rIns="0" bIns="0" rtlCol="0" anchor="t">
            <a:normAutofit lnSpcReduction="10000"/>
          </a:bodyPr>
          <a:lstStyle/>
          <a:p>
            <a:pPr marL="0" indent="0">
              <a:spcAft>
                <a:spcPts val="600"/>
              </a:spcAft>
              <a:buNone/>
            </a:pPr>
            <a:r>
              <a:rPr lang="en-US" sz="2400" dirty="0">
                <a:ea typeface="Calibri"/>
                <a:cs typeface="Calibri"/>
              </a:rPr>
              <a:t>Using data analysis and dashboards, help us answer:</a:t>
            </a:r>
          </a:p>
          <a:p>
            <a:pPr marL="457200" indent="-457200">
              <a:spcAft>
                <a:spcPts val="600"/>
              </a:spcAft>
              <a:buFont typeface="+mj-lt"/>
              <a:buAutoNum type="arabicPeriod"/>
            </a:pPr>
            <a:r>
              <a:rPr lang="en-US" sz="2400" dirty="0">
                <a:ea typeface="Calibri"/>
                <a:cs typeface="Calibri"/>
              </a:rPr>
              <a:t>What equipment is approaching </a:t>
            </a:r>
            <a:r>
              <a:rPr lang="en-US" sz="2400" dirty="0" err="1">
                <a:ea typeface="Calibri"/>
                <a:cs typeface="Calibri"/>
              </a:rPr>
              <a:t>EoS</a:t>
            </a:r>
            <a:r>
              <a:rPr lang="en-US" sz="2400" dirty="0">
                <a:ea typeface="Calibri"/>
                <a:cs typeface="Calibri"/>
              </a:rPr>
              <a:t>/</a:t>
            </a:r>
            <a:r>
              <a:rPr lang="en-US" sz="2400" dirty="0" err="1">
                <a:ea typeface="Calibri"/>
                <a:cs typeface="Calibri"/>
              </a:rPr>
              <a:t>EoL</a:t>
            </a:r>
            <a:r>
              <a:rPr lang="en-US" sz="2400" dirty="0">
                <a:ea typeface="Calibri"/>
                <a:cs typeface="Calibri"/>
              </a:rPr>
              <a:t>—and where (state, affiliate, county, </a:t>
            </a:r>
            <a:r>
              <a:rPr lang="en-US" sz="2400" dirty="0" err="1">
                <a:ea typeface="Calibri"/>
                <a:cs typeface="Calibri"/>
              </a:rPr>
              <a:t>lat</a:t>
            </a:r>
            <a:r>
              <a:rPr lang="en-US" sz="2400" dirty="0">
                <a:ea typeface="Calibri"/>
                <a:cs typeface="Calibri"/>
              </a:rPr>
              <a:t>/long) is the highest risk?</a:t>
            </a:r>
          </a:p>
          <a:p>
            <a:pPr marL="749821" lvl="1" indent="-457200">
              <a:spcAft>
                <a:spcPts val="600"/>
              </a:spcAft>
              <a:buFont typeface="+mj-lt"/>
              <a:buAutoNum type="alphaLcPeriod"/>
            </a:pPr>
            <a:r>
              <a:rPr lang="en-US" sz="2000" dirty="0">
                <a:ea typeface="Calibri"/>
                <a:cs typeface="Calibri"/>
              </a:rPr>
              <a:t>Are there sites within a specified radius of each other (Ex. 1 mi, 5 mi, 10 mi, etc.) where it would make sense to lifecycle the equipment together?</a:t>
            </a:r>
          </a:p>
          <a:p>
            <a:pPr marL="457200" indent="-457200">
              <a:spcAft>
                <a:spcPts val="600"/>
              </a:spcAft>
              <a:buFont typeface="+mj-lt"/>
              <a:buAutoNum type="arabicPeriod"/>
            </a:pPr>
            <a:r>
              <a:rPr lang="en-US" sz="2400" dirty="0">
                <a:ea typeface="Calibri"/>
                <a:cs typeface="Calibri"/>
              </a:rPr>
              <a:t>Which devices are past recommended lifecycle stages but still in production?</a:t>
            </a:r>
          </a:p>
          <a:p>
            <a:pPr marL="749821" lvl="1" indent="-457200">
              <a:spcAft>
                <a:spcPts val="600"/>
              </a:spcAft>
              <a:buFont typeface="+mj-lt"/>
              <a:buAutoNum type="alphaLcPeriod"/>
            </a:pPr>
            <a:r>
              <a:rPr lang="en-US" sz="2000" dirty="0">
                <a:ea typeface="Calibri"/>
                <a:cs typeface="Calibri"/>
              </a:rPr>
              <a:t>How is best to capture exceptions (if a device is active / “in production” but should be skipped or omitted from a project’s scope, how can that information best be captured and incorporated into reporting?</a:t>
            </a:r>
          </a:p>
          <a:p>
            <a:pPr marL="457200" indent="-457200">
              <a:spcAft>
                <a:spcPts val="600"/>
              </a:spcAft>
              <a:buFont typeface="+mj-lt"/>
              <a:buAutoNum type="arabicPeriod"/>
            </a:pPr>
            <a:r>
              <a:rPr lang="en-US" sz="2400" dirty="0">
                <a:ea typeface="Calibri"/>
                <a:cs typeface="Calibri"/>
              </a:rPr>
              <a:t>How does lifecycle status correlate with support coverage, security risk, and cost?</a:t>
            </a:r>
          </a:p>
          <a:p>
            <a:pPr marL="457200" indent="-457200">
              <a:spcAft>
                <a:spcPts val="600"/>
              </a:spcAft>
              <a:buFont typeface="+mj-lt"/>
              <a:buAutoNum type="arabicPeriod"/>
            </a:pPr>
            <a:r>
              <a:rPr lang="en-US" sz="2400" dirty="0">
                <a:ea typeface="Calibri"/>
                <a:cs typeface="Calibri"/>
              </a:rPr>
              <a:t>Where should we prioritize refresh or investment to reduce operational risk?</a:t>
            </a:r>
            <a:endParaRPr lang="en-US" sz="2000" dirty="0">
              <a:solidFill>
                <a:schemeClr val="tx1">
                  <a:lumMod val="65000"/>
                  <a:lumOff val="35000"/>
                </a:schemeClr>
              </a:solidFill>
              <a:latin typeface="+mn-lt"/>
              <a:ea typeface="Calibri"/>
              <a:cs typeface="Calibri"/>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a:xfrm>
            <a:off x="278232" y="146304"/>
            <a:ext cx="8587537" cy="604865"/>
          </a:xfrm>
        </p:spPr>
        <p:txBody>
          <a:bodyPr anchor="ctr">
            <a:normAutofit/>
          </a:bodyPr>
          <a:lstStyle/>
          <a:p>
            <a:r>
              <a:rPr lang="en-US" dirty="0">
                <a:latin typeface="+mj-lt"/>
              </a:rPr>
              <a:t>What Students Can Help Us Understand</a:t>
            </a:r>
            <a:endParaRPr lang="en-US" dirty="0"/>
          </a:p>
        </p:txBody>
      </p:sp>
    </p:spTree>
    <p:extLst>
      <p:ext uri="{BB962C8B-B14F-4D97-AF65-F5344CB8AC3E}">
        <p14:creationId xmlns:p14="http://schemas.microsoft.com/office/powerpoint/2010/main" val="3099799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Diagonal Corners Rounded 3">
            <a:extLst>
              <a:ext uri="{FF2B5EF4-FFF2-40B4-BE49-F238E27FC236}">
                <a16:creationId xmlns:a16="http://schemas.microsoft.com/office/drawing/2014/main" id="{14AD29B5-1BC4-6ADB-4ABA-E776716277B7}"/>
              </a:ext>
            </a:extLst>
          </p:cNvPr>
          <p:cNvSpPr/>
          <p:nvPr/>
        </p:nvSpPr>
        <p:spPr>
          <a:xfrm>
            <a:off x="154113" y="1132484"/>
            <a:ext cx="8825500" cy="1104089"/>
          </a:xfrm>
          <a:prstGeom prst="round2DiagRect">
            <a:avLst>
              <a:gd name="adj1" fmla="val 26101"/>
              <a:gd name="adj2" fmla="val 0"/>
            </a:avLst>
          </a:prstGeom>
          <a:solidFill>
            <a:schemeClr val="accent1">
              <a:lumMod val="40000"/>
              <a:lumOff val="60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p>
            <a:pPr marL="0" indent="0" algn="ctr">
              <a:buNone/>
            </a:pPr>
            <a:r>
              <a:rPr lang="en-US" sz="2600" dirty="0">
                <a:solidFill>
                  <a:schemeClr val="tx2"/>
                </a:solidFill>
                <a:effectLst>
                  <a:outerShdw blurRad="38100" dist="38100" dir="2700000" algn="tl">
                    <a:srgbClr val="000000">
                      <a:alpha val="43137"/>
                    </a:srgbClr>
                  </a:outerShdw>
                </a:effectLst>
                <a:ea typeface="Calibri"/>
                <a:cs typeface="Times New Roman"/>
              </a:rPr>
              <a:t>How can we use our networking equipment data to evaluate current-state costs and </a:t>
            </a:r>
          </a:p>
          <a:p>
            <a:pPr marL="0" indent="0" algn="ctr">
              <a:buNone/>
            </a:pPr>
            <a:r>
              <a:rPr lang="en-US" sz="2600" dirty="0">
                <a:solidFill>
                  <a:schemeClr val="tx2"/>
                </a:solidFill>
                <a:effectLst>
                  <a:outerShdw blurRad="38100" dist="38100" dir="2700000" algn="tl">
                    <a:srgbClr val="000000">
                      <a:alpha val="43137"/>
                    </a:srgbClr>
                  </a:outerShdw>
                </a:effectLst>
                <a:ea typeface="Calibri"/>
                <a:cs typeface="Times New Roman"/>
              </a:rPr>
              <a:t>identify opportunities for improvement/optimization? </a:t>
            </a:r>
            <a:endParaRPr lang="en-US" sz="2600" dirty="0">
              <a:solidFill>
                <a:schemeClr val="tx2"/>
              </a:solidFill>
              <a:effectLst>
                <a:outerShdw blurRad="38100" dist="38100" dir="2700000" algn="tl">
                  <a:srgbClr val="000000">
                    <a:alpha val="43137"/>
                  </a:srgbClr>
                </a:outerShdw>
              </a:effectLst>
              <a:ea typeface="Calibri" panose="020F0502020204030204"/>
              <a:cs typeface="Calibri" panose="020F0502020204030204"/>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ea typeface="Calibri"/>
                <a:cs typeface="Calibri"/>
              </a:rPr>
              <a:t>Data Analytics Prompt</a:t>
            </a:r>
          </a:p>
        </p:txBody>
      </p:sp>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1160980" y="2629611"/>
            <a:ext cx="7409916" cy="3521106"/>
          </a:xfrm>
        </p:spPr>
        <p:txBody>
          <a:bodyPr vert="horz" lIns="0" tIns="0" rIns="0" bIns="0" rtlCol="0" anchor="t">
            <a:noAutofit/>
          </a:bodyPr>
          <a:lstStyle/>
          <a:p>
            <a:pPr marL="0" indent="0">
              <a:spcAft>
                <a:spcPts val="800"/>
              </a:spcAft>
              <a:buNone/>
            </a:pPr>
            <a:r>
              <a:rPr lang="en-US" sz="2000" dirty="0">
                <a:ea typeface="Calibri"/>
                <a:cs typeface="Times New Roman"/>
              </a:rPr>
              <a:t>Provide a visualization / dashboard showing  data to provide leadership with clear insights to support decision-making. Feel free to show metrics by state, affiliate, county, model or device type. </a:t>
            </a:r>
            <a:endParaRPr lang="en-US" dirty="0"/>
          </a:p>
          <a:p>
            <a:pPr marL="0" indent="0">
              <a:spcAft>
                <a:spcPts val="800"/>
              </a:spcAft>
              <a:buNone/>
            </a:pPr>
            <a:endParaRPr lang="en-US" sz="1600" dirty="0">
              <a:ea typeface="Calibri"/>
              <a:cs typeface="Times New Roman"/>
            </a:endParaRPr>
          </a:p>
          <a:p>
            <a:pPr marL="0" indent="0">
              <a:spcAft>
                <a:spcPts val="800"/>
              </a:spcAft>
              <a:buNone/>
            </a:pPr>
            <a:endParaRPr lang="en-US" sz="1100" dirty="0">
              <a:highlight>
                <a:srgbClr val="FFFF00"/>
              </a:highlight>
              <a:ea typeface="Calibri"/>
              <a:cs typeface="Times New Roman"/>
            </a:endParaRPr>
          </a:p>
          <a:p>
            <a:pPr marL="0" indent="0">
              <a:spcAft>
                <a:spcPts val="800"/>
              </a:spcAft>
              <a:buNone/>
            </a:pPr>
            <a:r>
              <a:rPr lang="en-US" sz="2000" dirty="0">
                <a:ea typeface="Calibri"/>
                <a:cs typeface="Times New Roman"/>
              </a:rPr>
              <a:t>Include details on the process for loading data into the visualization / dashboard from data sources using inputs from our organization and output to a visualization tool.</a:t>
            </a:r>
            <a:endParaRPr lang="en-US" sz="2000" dirty="0"/>
          </a:p>
        </p:txBody>
      </p:sp>
      <p:pic>
        <p:nvPicPr>
          <p:cNvPr id="6" name="Graphic 5" descr="Presentation with pie chart with solid fill">
            <a:extLst>
              <a:ext uri="{FF2B5EF4-FFF2-40B4-BE49-F238E27FC236}">
                <a16:creationId xmlns:a16="http://schemas.microsoft.com/office/drawing/2014/main" id="{C02BA05C-AFF6-64BE-7E7E-39C56A853B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3251" y="2894551"/>
            <a:ext cx="604866" cy="604866"/>
          </a:xfrm>
          <a:prstGeom prst="rect">
            <a:avLst/>
          </a:prstGeom>
        </p:spPr>
      </p:pic>
      <p:pic>
        <p:nvPicPr>
          <p:cNvPr id="9" name="Graphic 8" descr="Circles with arrows with solid fill">
            <a:extLst>
              <a:ext uri="{FF2B5EF4-FFF2-40B4-BE49-F238E27FC236}">
                <a16:creationId xmlns:a16="http://schemas.microsoft.com/office/drawing/2014/main" id="{66C64AA9-1F7F-0D69-92D6-35A089364C4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43251" y="4682388"/>
            <a:ext cx="604866" cy="604866"/>
          </a:xfrm>
          <a:prstGeom prst="rect">
            <a:avLst/>
          </a:prstGeom>
        </p:spPr>
      </p:pic>
    </p:spTree>
    <p:extLst>
      <p:ext uri="{BB962C8B-B14F-4D97-AF65-F5344CB8AC3E}">
        <p14:creationId xmlns:p14="http://schemas.microsoft.com/office/powerpoint/2010/main" val="1267327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ea typeface="Calibri"/>
                <a:cs typeface="Calibri"/>
              </a:rPr>
              <a:t>Provided Materials</a:t>
            </a:r>
            <a:endParaRPr lang="en-US">
              <a:latin typeface="+mj-lt"/>
              <a:ea typeface="Calibri"/>
            </a:endParaRPr>
          </a:p>
        </p:txBody>
      </p:sp>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776377" y="1936954"/>
            <a:ext cx="5767414" cy="4463845"/>
          </a:xfrm>
        </p:spPr>
        <p:txBody>
          <a:bodyPr vert="horz" lIns="0" tIns="0" rIns="0" bIns="0" rtlCol="0" anchor="t">
            <a:noAutofit/>
          </a:bodyPr>
          <a:lstStyle/>
          <a:p>
            <a:pPr marL="172720" indent="-172720">
              <a:spcAft>
                <a:spcPts val="600"/>
              </a:spcAft>
            </a:pPr>
            <a:r>
              <a:rPr lang="en-US" sz="2000" dirty="0">
                <a:ea typeface="Calibri"/>
                <a:cs typeface="Calibri"/>
              </a:rPr>
              <a:t>Southern Company – UA Innovate 2026 Prompt.pptx (MS PowerPoint presentation)</a:t>
            </a:r>
            <a:endParaRPr lang="en-US" dirty="0"/>
          </a:p>
          <a:p>
            <a:pPr marL="172720" indent="-172720">
              <a:spcAft>
                <a:spcPts val="600"/>
              </a:spcAft>
            </a:pPr>
            <a:r>
              <a:rPr lang="en-US" sz="2000" dirty="0">
                <a:ea typeface="Calibri"/>
                <a:cs typeface="Calibri"/>
              </a:rPr>
              <a:t>Southern Company – UA Innovate 2026 – UAInnovateDataset.xlsx (MS Excel file)</a:t>
            </a:r>
          </a:p>
          <a:p>
            <a:pPr marL="465328" lvl="1" indent="-172720">
              <a:spcAft>
                <a:spcPts val="600"/>
              </a:spcAft>
            </a:pPr>
            <a:r>
              <a:rPr lang="en-US" dirty="0">
                <a:latin typeface="+mn-lt"/>
                <a:ea typeface="Calibri" panose="020F0502020204030204" pitchFamily="34" charset="0"/>
                <a:cs typeface="Calibri" panose="020F0502020204030204" pitchFamily="34" charset="0"/>
              </a:rPr>
              <a:t>Multiple worksheets (tabs) containing raw data from our device inventory</a:t>
            </a:r>
          </a:p>
          <a:p>
            <a:pPr marL="465328" lvl="1" indent="-172720">
              <a:spcAft>
                <a:spcPts val="600"/>
              </a:spcAft>
            </a:pPr>
            <a:r>
              <a:rPr lang="en-US" dirty="0">
                <a:latin typeface="+mn-lt"/>
                <a:ea typeface="Calibri" panose="020F0502020204030204" pitchFamily="34" charset="0"/>
                <a:cs typeface="Calibri" panose="020F0502020204030204" pitchFamily="34" charset="0"/>
              </a:rPr>
              <a:t>One worksheet (tab) containing the Glossary of terms used within the raw data</a:t>
            </a:r>
          </a:p>
          <a:p>
            <a:pPr marL="0" indent="0">
              <a:spcAft>
                <a:spcPts val="600"/>
              </a:spcAft>
              <a:buNone/>
            </a:pPr>
            <a:endParaRPr lang="en-US" sz="2000" dirty="0">
              <a:highlight>
                <a:srgbClr val="FFFF00"/>
              </a:highlight>
              <a:ea typeface="Calibri" panose="020F0502020204030204" pitchFamily="34" charset="0"/>
              <a:cs typeface="Calibri"/>
            </a:endParaRPr>
          </a:p>
        </p:txBody>
      </p:sp>
      <p:pic>
        <p:nvPicPr>
          <p:cNvPr id="5" name="Graphic 4" descr="Open folder with solid fill">
            <a:extLst>
              <a:ext uri="{FF2B5EF4-FFF2-40B4-BE49-F238E27FC236}">
                <a16:creationId xmlns:a16="http://schemas.microsoft.com/office/drawing/2014/main" id="{2AEABBE7-6A62-B680-1B0E-EFAA5AC807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0886" y="2295891"/>
            <a:ext cx="2322347" cy="2018489"/>
          </a:xfrm>
          <a:prstGeom prst="rect">
            <a:avLst/>
          </a:prstGeom>
        </p:spPr>
      </p:pic>
    </p:spTree>
    <p:extLst>
      <p:ext uri="{BB962C8B-B14F-4D97-AF65-F5344CB8AC3E}">
        <p14:creationId xmlns:p14="http://schemas.microsoft.com/office/powerpoint/2010/main" val="1920239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ea typeface="Calibri"/>
                <a:cs typeface="Calibri"/>
              </a:rPr>
              <a:t>Assumptions &amp; Considerations</a:t>
            </a:r>
          </a:p>
        </p:txBody>
      </p:sp>
      <p:graphicFrame>
        <p:nvGraphicFramePr>
          <p:cNvPr id="5" name="Table 4">
            <a:extLst>
              <a:ext uri="{FF2B5EF4-FFF2-40B4-BE49-F238E27FC236}">
                <a16:creationId xmlns:a16="http://schemas.microsoft.com/office/drawing/2014/main" id="{53DCC28F-860B-C024-EF54-873E0B221F9B}"/>
              </a:ext>
            </a:extLst>
          </p:cNvPr>
          <p:cNvGraphicFramePr>
            <a:graphicFrameLocks noGrp="1"/>
          </p:cNvGraphicFramePr>
          <p:nvPr>
            <p:extLst>
              <p:ext uri="{D42A27DB-BD31-4B8C-83A1-F6EECF244321}">
                <p14:modId xmlns:p14="http://schemas.microsoft.com/office/powerpoint/2010/main" val="3625043201"/>
              </p:ext>
            </p:extLst>
          </p:nvPr>
        </p:nvGraphicFramePr>
        <p:xfrm>
          <a:off x="808041" y="1160059"/>
          <a:ext cx="7527918" cy="5316647"/>
        </p:xfrm>
        <a:graphic>
          <a:graphicData uri="http://schemas.openxmlformats.org/drawingml/2006/table">
            <a:tbl>
              <a:tblPr>
                <a:tableStyleId>{5C22544A-7EE6-4342-B048-85BDC9FD1C3A}</a:tableStyleId>
              </a:tblPr>
              <a:tblGrid>
                <a:gridCol w="7527918">
                  <a:extLst>
                    <a:ext uri="{9D8B030D-6E8A-4147-A177-3AD203B41FA5}">
                      <a16:colId xmlns:a16="http://schemas.microsoft.com/office/drawing/2014/main" val="1799737445"/>
                    </a:ext>
                  </a:extLst>
                </a:gridCol>
              </a:tblGrid>
              <a:tr h="0">
                <a:tc>
                  <a:txBody>
                    <a:bodyPr/>
                    <a:lstStyle/>
                    <a:p>
                      <a:pPr marL="342900" indent="-342900" algn="l" fontAlgn="b">
                        <a:buFont typeface="Arial" panose="020B0604020202020204" pitchFamily="34" charset="0"/>
                        <a:buChar char="•"/>
                      </a:pPr>
                      <a:r>
                        <a:rPr lang="en-US" sz="2000" u="none" strike="noStrike" dirty="0">
                          <a:effectLst/>
                        </a:rPr>
                        <a:t>Only active / reachable devices should be considered for this effort.</a:t>
                      </a:r>
                      <a:endParaRPr lang="en-US" sz="20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6522704"/>
                  </a:ext>
                </a:extLst>
              </a:tr>
              <a:tr h="1030397">
                <a:tc>
                  <a:txBody>
                    <a:bodyPr/>
                    <a:lstStyle/>
                    <a:p>
                      <a:pPr marL="342900" indent="-342900" algn="l" fontAlgn="b">
                        <a:buFont typeface="Arial" panose="020B0604020202020204" pitchFamily="34" charset="0"/>
                        <a:buChar char="•"/>
                      </a:pPr>
                      <a:r>
                        <a:rPr lang="en-US" sz="2000" u="none" strike="noStrike" dirty="0">
                          <a:effectLst/>
                        </a:rPr>
                        <a:t>Values in NA's Device Type field should be transformed into either Switch, Router or Voice Gateway.</a:t>
                      </a:r>
                    </a:p>
                    <a:p>
                      <a:pPr marL="342900" indent="-342900" algn="l" fontAlgn="b">
                        <a:buFont typeface="Arial" panose="020B0604020202020204" pitchFamily="34" charset="0"/>
                        <a:buChar char="•"/>
                      </a:pPr>
                      <a:endParaRPr lang="en-US" sz="20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04141404"/>
                  </a:ext>
                </a:extLst>
              </a:tr>
              <a:tr h="1830672">
                <a:tc>
                  <a:txBody>
                    <a:bodyPr/>
                    <a:lstStyle/>
                    <a:p>
                      <a:pPr marL="342900" indent="-342900" algn="l" fontAlgn="b">
                        <a:buFont typeface="Arial" panose="020B0604020202020204" pitchFamily="34" charset="0"/>
                        <a:buChar char="•"/>
                      </a:pPr>
                      <a:r>
                        <a:rPr lang="en-US" sz="2000" u="none" strike="noStrike" dirty="0" err="1">
                          <a:effectLst/>
                        </a:rPr>
                        <a:t>CatCtr</a:t>
                      </a:r>
                      <a:r>
                        <a:rPr lang="en-US" sz="2000" u="none" strike="noStrike" dirty="0">
                          <a:effectLst/>
                        </a:rPr>
                        <a:t> and Prime are the sources of truth for access points and wireless LAN controllers.  If any of those device types are duplicated in NA, then </a:t>
                      </a:r>
                      <a:r>
                        <a:rPr lang="en-US" sz="2000" u="none" strike="noStrike" dirty="0" err="1">
                          <a:effectLst/>
                        </a:rPr>
                        <a:t>CatCtr</a:t>
                      </a:r>
                      <a:r>
                        <a:rPr lang="en-US" sz="2000" u="none" strike="noStrike" dirty="0">
                          <a:effectLst/>
                        </a:rPr>
                        <a:t> and Prime should override those records.</a:t>
                      </a:r>
                    </a:p>
                    <a:p>
                      <a:pPr marL="342900" indent="-342900" algn="l" fontAlgn="b">
                        <a:buFont typeface="Arial" panose="020B0604020202020204" pitchFamily="34" charset="0"/>
                        <a:buChar char="•"/>
                      </a:pPr>
                      <a:endParaRPr lang="en-US" sz="2000" u="none" strike="noStrike" dirty="0">
                        <a:effectLst/>
                      </a:endParaRPr>
                    </a:p>
                    <a:p>
                      <a:pPr marL="342900" indent="-342900" algn="l" fontAlgn="b">
                        <a:buFont typeface="Arial" panose="020B0604020202020204" pitchFamily="34" charset="0"/>
                        <a:buChar char="•"/>
                      </a:pPr>
                      <a:r>
                        <a:rPr lang="en-US" sz="2000" dirty="0">
                          <a:effectLst/>
                        </a:rPr>
                        <a:t>First two characters of host name (aka: name/</a:t>
                      </a:r>
                      <a:r>
                        <a:rPr lang="en-US" sz="2000" dirty="0" err="1">
                          <a:effectLst/>
                        </a:rPr>
                        <a:t>deviceName</a:t>
                      </a:r>
                      <a:r>
                        <a:rPr lang="en-US" sz="2000" dirty="0">
                          <a:effectLst/>
                        </a:rPr>
                        <a:t>/name/hostname) indicates the State the device is located in.</a:t>
                      </a:r>
                    </a:p>
                    <a:p>
                      <a:pPr marL="342900" indent="-342900" algn="l" fontAlgn="b">
                        <a:buFont typeface="Arial" panose="020B0604020202020204" pitchFamily="34" charset="0"/>
                        <a:buChar char="•"/>
                      </a:pPr>
                      <a:endParaRPr lang="en-US" sz="2000" dirty="0">
                        <a:effectLst/>
                      </a:endParaRPr>
                    </a:p>
                    <a:p>
                      <a:pPr marL="342900" indent="-342900" algn="l" fontAlgn="b">
                        <a:buFont typeface="Arial" panose="020B0604020202020204" pitchFamily="34" charset="0"/>
                        <a:buChar char="•"/>
                      </a:pPr>
                      <a:r>
                        <a:rPr lang="en-US" sz="2000" dirty="0">
                          <a:effectLst/>
                        </a:rPr>
                        <a:t>Three characters after first two (State) of host name/</a:t>
                      </a:r>
                      <a:r>
                        <a:rPr lang="en-US" sz="2000" dirty="0" err="1">
                          <a:effectLst/>
                        </a:rPr>
                        <a:t>deviceName</a:t>
                      </a:r>
                      <a:r>
                        <a:rPr lang="en-US" sz="2000" dirty="0">
                          <a:effectLst/>
                        </a:rPr>
                        <a:t>/name/hostname is the site code.</a:t>
                      </a:r>
                      <a:endParaRPr lang="en-US" sz="2000" u="none" strike="noStrike" dirty="0">
                        <a:effectLst/>
                      </a:endParaRPr>
                    </a:p>
                    <a:p>
                      <a:pPr marL="342900" indent="-342900" algn="l" fontAlgn="b">
                        <a:buFont typeface="Arial" panose="020B0604020202020204" pitchFamily="34" charset="0"/>
                        <a:buChar char="•"/>
                      </a:pPr>
                      <a:endParaRPr lang="en-US" sz="20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09268375"/>
                  </a:ext>
                </a:extLst>
              </a:tr>
            </a:tbl>
          </a:graphicData>
        </a:graphic>
      </p:graphicFrame>
    </p:spTree>
    <p:extLst>
      <p:ext uri="{BB962C8B-B14F-4D97-AF65-F5344CB8AC3E}">
        <p14:creationId xmlns:p14="http://schemas.microsoft.com/office/powerpoint/2010/main" val="1700031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Diagonal Corners Rounded 24">
            <a:extLst>
              <a:ext uri="{FF2B5EF4-FFF2-40B4-BE49-F238E27FC236}">
                <a16:creationId xmlns:a16="http://schemas.microsoft.com/office/drawing/2014/main" id="{18ECAD02-6058-7F58-502B-9070D57F09CA}"/>
              </a:ext>
            </a:extLst>
          </p:cNvPr>
          <p:cNvSpPr/>
          <p:nvPr/>
        </p:nvSpPr>
        <p:spPr>
          <a:xfrm>
            <a:off x="581227" y="2669968"/>
            <a:ext cx="8105573" cy="3075692"/>
          </a:xfrm>
          <a:prstGeom prst="round2DiagRect">
            <a:avLst>
              <a:gd name="adj1" fmla="val 26101"/>
              <a:gd name="adj2" fmla="val 0"/>
            </a:avLst>
          </a:prstGeom>
          <a:solidFill>
            <a:schemeClr val="accent1"/>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endParaRPr lang="en-US" sz="1800">
              <a:ea typeface="Calibri"/>
              <a:cs typeface="Calibri"/>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rPr>
              <a:t>Judging: What Does Success Look Like?</a:t>
            </a:r>
          </a:p>
        </p:txBody>
      </p:sp>
      <p:sp>
        <p:nvSpPr>
          <p:cNvPr id="7" name="Content Placeholder 6">
            <a:extLst>
              <a:ext uri="{FF2B5EF4-FFF2-40B4-BE49-F238E27FC236}">
                <a16:creationId xmlns:a16="http://schemas.microsoft.com/office/drawing/2014/main" id="{B97F1146-51E8-D072-DDFE-DE737C71EB73}"/>
              </a:ext>
            </a:extLst>
          </p:cNvPr>
          <p:cNvSpPr>
            <a:spLocks noGrp="1"/>
          </p:cNvSpPr>
          <p:nvPr>
            <p:ph idx="1"/>
          </p:nvPr>
        </p:nvSpPr>
        <p:spPr>
          <a:xfrm>
            <a:off x="581226" y="1431984"/>
            <a:ext cx="8284868" cy="5103285"/>
          </a:xfrm>
        </p:spPr>
        <p:txBody>
          <a:bodyPr vert="horz" lIns="0" tIns="0" rIns="0" bIns="0" rtlCol="0" anchor="t">
            <a:noAutofit/>
          </a:bodyPr>
          <a:lstStyle/>
          <a:p>
            <a:pPr marL="0" indent="0">
              <a:buNone/>
            </a:pPr>
            <a:r>
              <a:rPr lang="en-US">
                <a:ea typeface="Calibri"/>
                <a:cs typeface="Calibri"/>
              </a:rPr>
              <a:t>Submissions will be judged on the following categories: </a:t>
            </a:r>
          </a:p>
          <a:p>
            <a:pPr marL="173355" indent="-173355"/>
            <a:endParaRPr lang="en-US">
              <a:ea typeface="Calibri"/>
              <a:cs typeface="Calibri"/>
            </a:endParaRPr>
          </a:p>
          <a:p>
            <a:pPr marL="173355" indent="-173355"/>
            <a:endParaRPr lang="en-US">
              <a:ea typeface="Calibri"/>
              <a:cs typeface="Calibri"/>
            </a:endParaRPr>
          </a:p>
        </p:txBody>
      </p:sp>
      <p:sp>
        <p:nvSpPr>
          <p:cNvPr id="17" name="Rectangle: Diagonal Corners Rounded 16">
            <a:extLst>
              <a:ext uri="{FF2B5EF4-FFF2-40B4-BE49-F238E27FC236}">
                <a16:creationId xmlns:a16="http://schemas.microsoft.com/office/drawing/2014/main" id="{B8AE421C-3432-21B4-BD17-437D0E0C35C2}"/>
              </a:ext>
            </a:extLst>
          </p:cNvPr>
          <p:cNvSpPr/>
          <p:nvPr/>
        </p:nvSpPr>
        <p:spPr>
          <a:xfrm>
            <a:off x="3904842" y="3089786"/>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800">
                <a:effectLst>
                  <a:outerShdw blurRad="38100" dist="38100" dir="2700000" algn="tl">
                    <a:srgbClr val="000000">
                      <a:alpha val="43137"/>
                    </a:srgbClr>
                  </a:outerShdw>
                </a:effectLst>
                <a:ea typeface="Calibri"/>
                <a:cs typeface="Calibri"/>
              </a:rPr>
              <a:t>Visualization, Design &amp; Organization</a:t>
            </a:r>
          </a:p>
        </p:txBody>
      </p:sp>
      <p:sp>
        <p:nvSpPr>
          <p:cNvPr id="18" name="Rectangle: Diagonal Corners Rounded 17">
            <a:extLst>
              <a:ext uri="{FF2B5EF4-FFF2-40B4-BE49-F238E27FC236}">
                <a16:creationId xmlns:a16="http://schemas.microsoft.com/office/drawing/2014/main" id="{E8EF0A42-58B9-679D-9D59-4A2BBA037F0D}"/>
              </a:ext>
            </a:extLst>
          </p:cNvPr>
          <p:cNvSpPr/>
          <p:nvPr/>
        </p:nvSpPr>
        <p:spPr>
          <a:xfrm>
            <a:off x="6169363" y="3048930"/>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ffectLst>
                  <a:outerShdw blurRad="38100" dist="38100" dir="2700000" algn="tl">
                    <a:srgbClr val="000000">
                      <a:alpha val="43137"/>
                    </a:srgbClr>
                  </a:outerShdw>
                </a:effectLst>
                <a:ea typeface="Calibri"/>
                <a:cs typeface="Calibri"/>
              </a:rPr>
              <a:t>Automation</a:t>
            </a:r>
          </a:p>
        </p:txBody>
      </p:sp>
      <p:sp>
        <p:nvSpPr>
          <p:cNvPr id="19" name="Rectangle: Diagonal Corners Rounded 18">
            <a:extLst>
              <a:ext uri="{FF2B5EF4-FFF2-40B4-BE49-F238E27FC236}">
                <a16:creationId xmlns:a16="http://schemas.microsoft.com/office/drawing/2014/main" id="{65DC9240-8BA2-120A-EF8D-E2C254C68732}"/>
              </a:ext>
            </a:extLst>
          </p:cNvPr>
          <p:cNvSpPr/>
          <p:nvPr/>
        </p:nvSpPr>
        <p:spPr>
          <a:xfrm>
            <a:off x="5630692" y="4291916"/>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a typeface="Calibri"/>
                <a:cs typeface="Calibri"/>
              </a:rPr>
              <a:t>Business Value</a:t>
            </a:r>
          </a:p>
        </p:txBody>
      </p:sp>
      <p:sp>
        <p:nvSpPr>
          <p:cNvPr id="22" name="Rectangle: Diagonal Corners Rounded 21">
            <a:extLst>
              <a:ext uri="{FF2B5EF4-FFF2-40B4-BE49-F238E27FC236}">
                <a16:creationId xmlns:a16="http://schemas.microsoft.com/office/drawing/2014/main" id="{BF108F95-65D4-A6E1-0E58-3BD00AAE7CFC}"/>
              </a:ext>
            </a:extLst>
          </p:cNvPr>
          <p:cNvSpPr/>
          <p:nvPr/>
        </p:nvSpPr>
        <p:spPr>
          <a:xfrm>
            <a:off x="3351177" y="4312001"/>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a typeface="Calibri"/>
                <a:cs typeface="Calibri"/>
              </a:rPr>
              <a:t>Functionality / Useability</a:t>
            </a:r>
          </a:p>
        </p:txBody>
      </p:sp>
      <p:sp>
        <p:nvSpPr>
          <p:cNvPr id="23" name="Rectangle: Diagonal Corners Rounded 22">
            <a:extLst>
              <a:ext uri="{FF2B5EF4-FFF2-40B4-BE49-F238E27FC236}">
                <a16:creationId xmlns:a16="http://schemas.microsoft.com/office/drawing/2014/main" id="{D22FC695-B3FE-CF5D-26CE-C825CE6AC8DF}"/>
              </a:ext>
            </a:extLst>
          </p:cNvPr>
          <p:cNvSpPr/>
          <p:nvPr/>
        </p:nvSpPr>
        <p:spPr>
          <a:xfrm>
            <a:off x="1081390" y="4312001"/>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a typeface="Calibri"/>
                <a:cs typeface="Calibri"/>
              </a:rPr>
              <a:t>Data Accuracy</a:t>
            </a:r>
          </a:p>
        </p:txBody>
      </p:sp>
      <p:sp>
        <p:nvSpPr>
          <p:cNvPr id="24" name="Rectangle: Diagonal Corners Rounded 23">
            <a:extLst>
              <a:ext uri="{FF2B5EF4-FFF2-40B4-BE49-F238E27FC236}">
                <a16:creationId xmlns:a16="http://schemas.microsoft.com/office/drawing/2014/main" id="{59FB4503-E6F7-E1AC-ABFC-1D67D017E7FF}"/>
              </a:ext>
            </a:extLst>
          </p:cNvPr>
          <p:cNvSpPr/>
          <p:nvPr/>
        </p:nvSpPr>
        <p:spPr>
          <a:xfrm>
            <a:off x="1532105" y="3127172"/>
            <a:ext cx="216278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a typeface="Calibri"/>
                <a:cs typeface="Calibri"/>
              </a:rPr>
              <a:t>Technical Writing &amp; Documentation</a:t>
            </a:r>
          </a:p>
        </p:txBody>
      </p:sp>
    </p:spTree>
    <p:extLst>
      <p:ext uri="{BB962C8B-B14F-4D97-AF65-F5344CB8AC3E}">
        <p14:creationId xmlns:p14="http://schemas.microsoft.com/office/powerpoint/2010/main" val="3934662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2"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rPr>
              <a:t>Housekeeping</a:t>
            </a:r>
          </a:p>
        </p:txBody>
      </p:sp>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724618" y="1423358"/>
            <a:ext cx="7660257" cy="4977442"/>
          </a:xfrm>
        </p:spPr>
        <p:txBody>
          <a:bodyPr vert="horz" lIns="0" tIns="0" rIns="0" bIns="0" rtlCol="0" anchor="t">
            <a:noAutofit/>
          </a:bodyPr>
          <a:lstStyle/>
          <a:p>
            <a:pPr marL="0" indent="0">
              <a:buNone/>
            </a:pPr>
            <a:r>
              <a:rPr lang="en-US" dirty="0">
                <a:effectLst/>
                <a:ea typeface="Calibri"/>
                <a:cs typeface="Calibri"/>
              </a:rPr>
              <a:t>Office Hours</a:t>
            </a:r>
            <a:r>
              <a:rPr lang="en-US" dirty="0">
                <a:ea typeface="Calibri"/>
                <a:cs typeface="Calibri"/>
              </a:rPr>
              <a:t>: </a:t>
            </a:r>
            <a:r>
              <a:rPr lang="en-US" dirty="0">
                <a:solidFill>
                  <a:schemeClr val="tx1">
                    <a:lumMod val="65000"/>
                    <a:lumOff val="35000"/>
                  </a:schemeClr>
                </a:solidFill>
                <a:ea typeface="Calibri"/>
                <a:cs typeface="Calibri"/>
              </a:rPr>
              <a:t>Saturday, February 28th, 8:00 – 9:00PM CST</a:t>
            </a:r>
            <a:endParaRPr lang="en-US" dirty="0">
              <a:solidFill>
                <a:schemeClr val="tx1">
                  <a:lumMod val="65000"/>
                  <a:lumOff val="35000"/>
                </a:schemeClr>
              </a:solidFill>
              <a:effectLst/>
              <a:ea typeface="Calibri"/>
              <a:cs typeface="Calibri"/>
            </a:endParaRPr>
          </a:p>
        </p:txBody>
      </p:sp>
      <p:pic>
        <p:nvPicPr>
          <p:cNvPr id="5" name="Picture 4" descr="Half face clock on a wall">
            <a:extLst>
              <a:ext uri="{FF2B5EF4-FFF2-40B4-BE49-F238E27FC236}">
                <a16:creationId xmlns:a16="http://schemas.microsoft.com/office/drawing/2014/main" id="{2EE2DA07-5875-D064-B67E-9FADB60DD76C}"/>
              </a:ext>
            </a:extLst>
          </p:cNvPr>
          <p:cNvPicPr>
            <a:picLocks noChangeAspect="1"/>
          </p:cNvPicPr>
          <p:nvPr/>
        </p:nvPicPr>
        <p:blipFill>
          <a:blip r:embed="rId2"/>
          <a:stretch>
            <a:fillRect/>
          </a:stretch>
        </p:blipFill>
        <p:spPr>
          <a:xfrm>
            <a:off x="1633510" y="2315593"/>
            <a:ext cx="4957253" cy="3567357"/>
          </a:xfrm>
          <a:prstGeom prst="rect">
            <a:avLst/>
          </a:prstGeom>
        </p:spPr>
      </p:pic>
    </p:spTree>
    <p:extLst>
      <p:ext uri="{BB962C8B-B14F-4D97-AF65-F5344CB8AC3E}">
        <p14:creationId xmlns:p14="http://schemas.microsoft.com/office/powerpoint/2010/main" val="619244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ea typeface="Calibri"/>
                <a:cs typeface="Calibri"/>
              </a:rPr>
              <a:t>Q &amp; A</a:t>
            </a:r>
          </a:p>
        </p:txBody>
      </p:sp>
      <p:pic>
        <p:nvPicPr>
          <p:cNvPr id="4" name="Content Placeholder 3" descr="Thought outline">
            <a:extLst>
              <a:ext uri="{FF2B5EF4-FFF2-40B4-BE49-F238E27FC236}">
                <a16:creationId xmlns:a16="http://schemas.microsoft.com/office/drawing/2014/main" id="{2ACB972F-706C-0D9F-0EBE-361A955483DB}"/>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2998907" y="1855907"/>
            <a:ext cx="3146186" cy="3146186"/>
          </a:xfrm>
        </p:spPr>
      </p:pic>
    </p:spTree>
    <p:extLst>
      <p:ext uri="{BB962C8B-B14F-4D97-AF65-F5344CB8AC3E}">
        <p14:creationId xmlns:p14="http://schemas.microsoft.com/office/powerpoint/2010/main" val="1450604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388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732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outhern Company Template_basic_final">
  <a:themeElements>
    <a:clrScheme name="SO green family">
      <a:dk1>
        <a:srgbClr val="000000"/>
      </a:dk1>
      <a:lt1>
        <a:srgbClr val="FFFFFF"/>
      </a:lt1>
      <a:dk2>
        <a:srgbClr val="00591D"/>
      </a:dk2>
      <a:lt2>
        <a:srgbClr val="E8E8E8"/>
      </a:lt2>
      <a:accent1>
        <a:srgbClr val="B2D234"/>
      </a:accent1>
      <a:accent2>
        <a:srgbClr val="519736"/>
      </a:accent2>
      <a:accent3>
        <a:srgbClr val="00BCF1"/>
      </a:accent3>
      <a:accent4>
        <a:srgbClr val="007DB9"/>
      </a:accent4>
      <a:accent5>
        <a:srgbClr val="003A5D"/>
      </a:accent5>
      <a:accent6>
        <a:srgbClr val="EC1C24"/>
      </a:accent6>
      <a:hlink>
        <a:srgbClr val="519736"/>
      </a:hlink>
      <a:folHlink>
        <a:srgbClr val="00591D"/>
      </a:folHlink>
    </a:clrScheme>
    <a:fontScheme name="Custom 1">
      <a:majorFont>
        <a:latin typeface="Congenial Black"/>
        <a:ea typeface=""/>
        <a:cs typeface=""/>
      </a:majorFont>
      <a:minorFont>
        <a:latin typeface="Congen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9525"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A Innovate Hackathon Prompt 2024" id="{13F5615B-7618-44BF-93EB-A27C4902CD80}" vid="{B021C000-8C68-4C57-B544-7C242BF6F2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29C9EB4D2EB87439D502E2B894D5321" ma:contentTypeVersion="3" ma:contentTypeDescription="Create a new document." ma:contentTypeScope="" ma:versionID="80777b95c203bbb68d1434fbcf2a4e21">
  <xsd:schema xmlns:xsd="http://www.w3.org/2001/XMLSchema" xmlns:xs="http://www.w3.org/2001/XMLSchema" xmlns:p="http://schemas.microsoft.com/office/2006/metadata/properties" xmlns:ns2="e7a53125-3693-4289-a28a-b0e471641ec7" targetNamespace="http://schemas.microsoft.com/office/2006/metadata/properties" ma:root="true" ma:fieldsID="fb137670983c0697ce8d7228257301fc" ns2:_="">
    <xsd:import namespace="e7a53125-3693-4289-a28a-b0e471641ec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a53125-3693-4289-a28a-b0e471641e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D15EC4-86B5-41EE-8290-3F026DFB2D43}">
  <ds:schemaRefs>
    <ds:schemaRef ds:uri="http://schemas.microsoft.com/sharepoint/v3/contenttype/forms"/>
  </ds:schemaRefs>
</ds:datastoreItem>
</file>

<file path=customXml/itemProps2.xml><?xml version="1.0" encoding="utf-8"?>
<ds:datastoreItem xmlns:ds="http://schemas.openxmlformats.org/officeDocument/2006/customXml" ds:itemID="{98C46AE0-3B22-4A68-B9AE-F439D6E00B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a53125-3693-4289-a28a-b0e471641e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CD221B-7452-45AA-9298-D506D3A08C0B}">
  <ds:schemaRef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Southern Company - UA Innovate Hackathon 2024 Prompt</Template>
  <TotalTime>6897</TotalTime>
  <Words>1553</Words>
  <Application>Microsoft Office PowerPoint</Application>
  <PresentationFormat>On-screen Show (4:3)</PresentationFormat>
  <Paragraphs>173</Paragraphs>
  <Slides>18</Slides>
  <Notes>5</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Southern Company Template_basic_final</vt:lpstr>
      <vt:lpstr>Using Data to Evaluate Network Costs and Identify Opportunities for Improvement/Optimization</vt:lpstr>
      <vt:lpstr>Our Team</vt:lpstr>
      <vt:lpstr>Who is Southern Company?</vt:lpstr>
      <vt:lpstr>Who is Southern Company?</vt:lpstr>
      <vt:lpstr>Who is Southern Company?</vt:lpstr>
      <vt:lpstr>What is Infrastructure Services?</vt:lpstr>
      <vt:lpstr>What is Network Services?</vt:lpstr>
      <vt:lpstr>What is Network Services?</vt:lpstr>
      <vt:lpstr>Issue</vt:lpstr>
      <vt:lpstr>What Students Can Help Us Understand</vt:lpstr>
      <vt:lpstr>Data Analytics Prompt</vt:lpstr>
      <vt:lpstr>Provided Materials</vt:lpstr>
      <vt:lpstr>Assumptions &amp; Considerations</vt:lpstr>
      <vt:lpstr>Judging: What Does Success Look Like?</vt:lpstr>
      <vt:lpstr>Housekeeping</vt:lpstr>
      <vt:lpstr>Q &amp; 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Data to Determine Productivity</dc:title>
  <dc:creator>Britt, Kimber Celeste</dc:creator>
  <cp:lastModifiedBy>Alexander, Adrienne A.</cp:lastModifiedBy>
  <cp:revision>41</cp:revision>
  <cp:lastPrinted>2024-02-29T18:46:54Z</cp:lastPrinted>
  <dcterms:created xsi:type="dcterms:W3CDTF">2024-02-06T18:29:57Z</dcterms:created>
  <dcterms:modified xsi:type="dcterms:W3CDTF">2026-02-28T18:56:32Z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d3826ce-7c18-471d-9596-93de5bae332e_Enabled">
    <vt:lpwstr>true</vt:lpwstr>
  </property>
  <property fmtid="{D5CDD505-2E9C-101B-9397-08002B2CF9AE}" pid="3" name="MSIP_Label_ed3826ce-7c18-471d-9596-93de5bae332e_SetDate">
    <vt:lpwstr>2024-01-31T15:33:45Z</vt:lpwstr>
  </property>
  <property fmtid="{D5CDD505-2E9C-101B-9397-08002B2CF9AE}" pid="4" name="MSIP_Label_ed3826ce-7c18-471d-9596-93de5bae332e_Method">
    <vt:lpwstr>Standard</vt:lpwstr>
  </property>
  <property fmtid="{D5CDD505-2E9C-101B-9397-08002B2CF9AE}" pid="5" name="MSIP_Label_ed3826ce-7c18-471d-9596-93de5bae332e_Name">
    <vt:lpwstr>Internal</vt:lpwstr>
  </property>
  <property fmtid="{D5CDD505-2E9C-101B-9397-08002B2CF9AE}" pid="6" name="MSIP_Label_ed3826ce-7c18-471d-9596-93de5bae332e_SiteId">
    <vt:lpwstr>c0a02e2d-1186-410a-8895-0a4a252ebf17</vt:lpwstr>
  </property>
  <property fmtid="{D5CDD505-2E9C-101B-9397-08002B2CF9AE}" pid="7" name="MSIP_Label_ed3826ce-7c18-471d-9596-93de5bae332e_ActionId">
    <vt:lpwstr>b38059e7-67cf-4082-b55b-e693a5f52472</vt:lpwstr>
  </property>
  <property fmtid="{D5CDD505-2E9C-101B-9397-08002B2CF9AE}" pid="8" name="MSIP_Label_ed3826ce-7c18-471d-9596-93de5bae332e_ContentBits">
    <vt:lpwstr>0</vt:lpwstr>
  </property>
  <property fmtid="{D5CDD505-2E9C-101B-9397-08002B2CF9AE}" pid="9" name="ContentTypeId">
    <vt:lpwstr>0x010100229C9EB4D2EB87439D502E2B894D5321</vt:lpwstr>
  </property>
  <property fmtid="{D5CDD505-2E9C-101B-9397-08002B2CF9AE}" pid="10" name="MediaServiceImageTags">
    <vt:lpwstr/>
  </property>
</Properties>
</file>